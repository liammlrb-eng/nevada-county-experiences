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📅 Pruning past events on every scrape + 🧹 manual button between scrapes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Saturday's farmers market vanishes from the queue at the next refresh — public site never showed it after Sunday anyway.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💡 Public "Suggest a venue or event" form — submissions queue for chamber review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Chamber emails members the URL; venue owner fills the form; entry lands in admin Suggestions tab.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1">
                <a:solidFill>
                  <a:srgbClr val="C9A84C"/>
                </a:solidFill>
                <a:latin typeface="Calibri"/>
              </a:rPr>
              <a:t>• </a:t>
            </a:r>
            <a:r>
              <a:rPr sz="850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