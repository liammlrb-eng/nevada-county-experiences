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3832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Western
Nevada
County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Experience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7132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5C3A1F"/>
                </a:solidFill>
                <a:latin typeface="Calibri"/>
              </a:rPr>
              <a:t>Visitor planning platform — county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2918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A purpose-built tourism platform combining 161 curated experiences with 460+ live local events. Privacy-first, opt-in, no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The strategic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What sets this apart from a generic tourism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E1508"/>
                </a:solidFill>
                <a:latin typeface="Calibri"/>
              </a:rPr>
              <a:t>Most tourism sites optimize for visits to the site. The right metric is lodging bookings driven by the site. Those are different optimization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064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Day-by-day itinerary view structurally surfaces the "where do I sleep?" question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sees Day 2 has no hotel and books one before leaving the page.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"Find Lodging" CTA at the top of every itinerary — booking always one click away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No hunting for a button — booking decision is visible on every itinerary view.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Empty lodging slots create a visual gap that drives the booking decision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That blank Day 2 stay tile is psychologically jarring; the visitor fills it.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New items default to the latest day — no day-1 pile-up; trip naturally fills 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Adding stops naturally extends the trip rather than cramming Day 1.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Print view goes long-form per day — visitors who print, follow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Couple prints the itinerary; the same Day 1 / Day 2 structure follows on paper.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Smart suggestions are tag + geography aware — clusters keep visitors close to lodging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After Holbrooke Hotel goes in, suggestions cluster around Mill Street.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5C3A1F"/>
                </a:solidFill>
                <a:latin typeface="Calibri"/>
              </a:rPr>
              <a:t>"Convince a visitor to add one more night and you double or triple local revenue."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2 / 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tourism platform for Western Nevada County — Gold Country foothills.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A purpose-built tourism platform for Western Nevada County — centered on Nevada City and Grass Valley, with full coverage of Penn Valley, North San Juan, Rough &amp; Ready, Washington, Chicago Park, Smartsville, and adjacent Colfax. The platform combines curated places with live local events, so visitors discover what to do AND when it's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Curated experiences
across 11 communities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460+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Live events from
6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Themed vibes
for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$5–$20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monthly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Geographic scope: Western Nevada County (Gold Country foothills) + adjacent Colfax.
Truckee and Sierra-side communities are out of scope for this 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3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How visitors discover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Multiple paths to "I found it" — works for browse-mode and date-mode visitors.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Discovery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645920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8424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2082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665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Themed vibes (9 cards)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574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Historic · Arts · Hands-On · Foodie · Active · Relaxed · Wellness · Family · Festivals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317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No-plan visitor taps "Foodie" — relevant cards instantly filter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609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Vibe-level pills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6517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Pick Foodie → narrow to Restaurants / Wineries / Markets / Bakeries / Food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9260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 visitor switches to "Wineries only" without leaving the vibe.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20954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Category dropdown + sub-pills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2461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Lodging → Hotels / B&amp;Bs / Glamping / Campgrounds / RV  (and more)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35204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Family of four picks Lodging → B&amp;Bs to find character stays over chains.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962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Activity tags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8404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Hiking · Biking · Swimming · Fishing · Boating · Running on every relevant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41148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Mountain biker scrolls and immediately spots cards tagged "Biking".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9826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4398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Date filter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44348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All Future (default) · Today · Weekend · Week — auto-clears summer-only items in winter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7091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One-tap "Weekend" — only Sat/Sun events remain across every vibe.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383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Area filter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50292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County-wide events show for any local area; city events filter normally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53035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Penn Valley resident filters out Nevada City clutter for a local night out.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58698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6327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Tag-aware Smart Suggestions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0" y="56235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"More to Explore" panel in the itinerary — geographic + tag scoring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58978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After Empire Mine goes in, the panel surfaces Holbrooke Hotel 0.4 mi away.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4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Day-by-day itinerary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Visitors think in nights, not stops — the planner reflects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4008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Each day has its own card with a numbered header and calendar date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sees "Day 1: Sat May 17" instead of an undifferentiated stop list.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Per-day "Tonight's Stay" lodging slot — empty slots prompt for booking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Empty Day 2 stay tile reminds the visitor they haven't booked Sunday yet.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Drag-free move-between-days dropdown on every item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Spouse on phone moves Friday's hike to Saturday in two taps.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Add Day → returns visitor to browse mode for the new day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Tap "Add Day," land on cards to pick Day 3 activities — flow continues.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Find Lodging button at top of itinerary jumps directly to lodging filter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Six stops in but no hotel — one tap surfaces every nearby B&amp;B.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Events go INTO the itinerary first; the visitor decides what to commit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Bluegrass concert tile lands in My Itinerary, not on KVMR's site.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15-min add → opt-in save → survives tab close + browser restart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Browser closes, phone reboots — itinerary still there next morning.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Share link via native phone share sheet, email, text, or copy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texts the URL to spouse: "this is what I'm thinking."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91640"/>
            <a:ext cx="4389120" cy="4572000"/>
          </a:xfrm>
          <a:prstGeom prst="rect">
            <a:avLst/>
          </a:prstGeom>
          <a:solidFill>
            <a:srgbClr val="FBF7EE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2 stops · 2 days / 1 night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24028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1 of 2   Sat, Jun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974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💤 TONIGHT'S STAY
Holbrooke Hotel · Grass Valley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3832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1.  Empire Mine State Historic Park
2.  Lola Restaurant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20624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2976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2 of 2   Sun, Jun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4A5568"/>
                </a:solidFill>
                <a:latin typeface="Calibri"/>
              </a:rPr>
              <a:t>💤  No lodging picked for tonight  →  [Find Lodging]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749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C9A84C"/>
                </a:solidFill>
                <a:latin typeface="Calibri"/>
              </a:rPr>
              <a:t>📅  Father's Day Bluegrass — Sat 7:00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5 /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Let me show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live demo: visitor planning a romantic November weekend in Western Nevada County.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37360"/>
            <a:ext cx="90982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1 · 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5798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Set the scene — couple from Sacramento, click "This Weekend" + Festivals vibe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3522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2 · 90 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3522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Layer in Relaxed vibe + Lodging category + B&amp;B sub-pill — real Victorian B&amp;Bs surface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6674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1246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3 · 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1246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Build the weekend — Cornish Christmas + Holbrooke Hotel + Empire Mine + Lola Restaurant. Open My Itinerary — Smart Suggestions appear with "0.4 mi away" labels. Map view + Print + Share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970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4 · 90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8970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Behind the scenes — admin Events Queue, Approve All, AI Categorize button, Event Sources tab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2122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6694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5 · 60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26694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Close the value props — time saved, local visibility, privacy, no vendor lock-in, AI integration, low 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6 / 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Who this serves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Nine visitor personas — each searches differently and converts on different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1. Romantic Weekender    —    Couples 35-65, Bay Area / Sac, B&amp;Bs + dining + wineries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2. Festival Pilgrim    —    Anchored to a specific event — Cornish Christmas, Wild &amp; Scenic, Bluegrass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3. Trail &amp; Lake Seeker    —    Hiking / biking / swimming / paddling — needs distance &amp; difficulty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4. Multi-Gen Family    —    Parents with kids 5-15 — "will my 8-year-old be bored?"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5. Arts &amp; Heritage Traveler    —    Substance over photos; reads notes; values authenticity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6. Wine Country Foodie    —    Napa-alternative — provenance, chef bios, tasting flights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7. Wellness Refugee    —    Float, massage, yoga, gardens — filtering for what's NOT there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8. Local "What's Up"    —    Residents — pure events feed, "what's on this weekend"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9. Maker Traveler  🎯    —    Travels for the workshop — Curious Forge anchors a destination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5C3A1F"/>
                </a:solidFill>
                <a:latin typeface="Calibri"/>
              </a:rPr>
              <a:t>Recommended marketing focus (over-serve four):  Maker Traveler  ·  Festival Pilgrim  ·  Romantic Weekender  ·  Foodie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7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Why it's easy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Friction points where most tourism sites lose visitors — and what we did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5204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726947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Day-by-day with lodging 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9659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 flat list of stops hides the night question; structured days surface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2174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Visitor sees Day 2 has no stay tile, books before leaving the page.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"Find Lodging" CTA + auto-clear vibes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146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One-click jump to lodging that doesn't fight against active vibes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660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Foodie-vibe visitor taps Find Lodging; vibes clear so all stays show.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2666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723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Add Day returns to browse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0632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 leaving visitor staring at empty days; flow continues naturally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3146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Day 2 isn't an empty container — visitor lands somewhere productive.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Events → itinerary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61188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 hijack to KVMR — visitor compares before clicking through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6333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Three concerts compared side-by-side before committing to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2394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6966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Vibe sub-pills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16052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Foodie → Restaurants/Markets/Wineries — granular without leaving the vibe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41197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 → Wineries narrows without switching mental contexts.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Calendar dates on day headers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7091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"DAY 1 · Sat, May 17" instead of abstract numbers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606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"Sat, May 17" grounds the trip in real-world weekend planning.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2122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2669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Opt-in itinerary save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2578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Survives tab close + restart — no account, no email, explicit consent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092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Banner appears only after first add — visitor consents knowingly.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155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Auto-season filtering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58064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November visit hides summer-only experiences automatically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0578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December visitor never sees "summer concert series" as a dead lead.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8 / 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Privacy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No tracking. No cookies. Visitors stay anonymous; the chamber gets credit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analytics, no cookies, no third-party trackers by default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Site loads instantly — no cookie modal between visitor and content.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Itinerary save is opt-in only — explicit consent banner on first add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Banner appears only after first card added; visitor knows what they're consenting to.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"Forget on this device" link revokes consent and wipes saved data anytime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Trip ends — visitor wipes the itinerary in two taps, takes nothing back home.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Share-link URL works without any consent — purely a URL fragment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Two friends compare itineraries via shared URLs, neither registered for anything.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account / sign-up / email required to plan a full trip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30 seconds from landing → planning, no email-collection wall.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Chamber sees zero personal information about visitors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Aggregate event queue tells the chamber what's hot; visitor identity stays local.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GDPR / CCPA banners required (because nothing is collected)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EU visitor on holiday gets the site without a banner ambush.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privacy review, no consent-platform fees, no compliance overhead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Annual compliance budget for the platform: $0 — nothing to review.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Opt-in measurement available if needed (Plausible — no cookies, no PII)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If the chamber wants aggregate metrics later, flip a config flag — no rebuild.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5C3A1F"/>
                </a:solidFill>
                <a:latin typeface="Calibri"/>
              </a:rPr>
              <a:t>"Visitors stay anonymous; the chamber gets credit for respecting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9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Behind the scenes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Chamber-staff operations: live data with minimal effort.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64240" cy="493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🔄 One-click event-source updates from KVMR, Eventbrite, NC Chamber, GV Chamber, Go Nevada, The Union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Chamber staffer clicks "Refresh Sources" Monday morning; ~50 new events appear.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✅ Approve / dismiss events in a queue; bulk-approve is one click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Bulk-approve all KVMR events; dismiss the suspect ones individually.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🤖 AI Categorize button (Claude Haiku) — refines area, venue, tags, quality (~$0.20 per full run)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One click after a refresh; 460 events get area + venue + tags fixed for ~20¢.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✏️ Inline-editable experience table — anyone who can edit a spreadsheet can maintain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New cidery opens — staff types one row, hits save, it's live on the public site.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🏷 Tag taxonomy editor — add/rename/delete tags without code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"Music" splits into "Live Music" and "Open Mic" without a developer.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🔗 Event-source URL management — add a new source by pasting a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New venue website? Paste the URL, pick a parser pattern, done.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📅 Auto-prune past events; auto-dismiss internal admin meetings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Saturday's farmers market vanishes from the queue Sunday morning.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🌐 Public RSS feed at /feed.rss — partners republish without integration work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Local newspaper's "this weekend" widget pulls straight from /feed.rss.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💡 Public "Suggest a venue or event" form — submissions queue for chamber review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Chamber emails members the URL; venue owner fills the form; entry lands in admin Suggestions tab.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10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AI-powered tag refinement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Claude Haiku adds intelligence where keyword rules stop short — at trivial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 it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444 of 460 KVMR events tagged "Nevada County" → infers actual community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"KVMR Storytelling Night" gets "Nevada City" instead of vague "Nevada County".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Empty location field on most KVMR events → extracts venue name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"Center for the Arts" surfaces as the venue from a description-only event.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"Center for the Arts" → Grass Valley; "Miners Foundry" → Nevada City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Visitor filtering by Grass Valley gets concerts without manual tagging.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Cluttered descriptions → clean one-line summaries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Long press-release blob shrinks to a clean teaser the visitor will actually read.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Truckee / Sierra-side events flagged "low quality" → auto-hidden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Tahoe events tagged "low quality" auto-hide on the public site, no manual cleanup.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Future source refreshes auto-categorize new events with the same logic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Tuesday's new event gets correct area + venue + tags without human touch.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493776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606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Run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48840"/>
            <a:ext cx="2057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Monthly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493776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First-time bulk (460 events)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6946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~$0.30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Daily refresh + categorize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8094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$0.30 – $0.60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4670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Weekly refresh + categorize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39242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$0.16 – $0.52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Realistic chamber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80390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~$0.50 – $1.00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5C3A1F"/>
                </a:solidFill>
                <a:latin typeface="Calibri"/>
              </a:rPr>
              <a:t>Hard $5/month spending cap settable in Anthropic console — cannot be exceeded.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11 /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Three operating scenarios for the first year of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$0–$50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LEAN
Free hosting + AI 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$80–$150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$5/mo VPS + weekly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$300–$500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PREMIUM
Managed + daily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$5K–$30K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COMMERCIAL ALT.
CrowdRiff / Simpleview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What's NOT a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Per-listing fees — every chamber member free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Per-event fees — event sources cost zero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Per-visitor fees — traffic 10× has no impact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Vendor termination fees — owned outright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Privacy compliance overhead — nothing collected to comply about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License fees — fully open-source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12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Where the group can take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Findings from the build — collaborative work that would unlock the next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DATA PARTNERSHIPS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Ask NCAC for read access to their Trumba master — its 540-event, 16-month window is the most comprehensive feed in the county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Reach out to GoNevadaCounty (gonevadacounty.com) for a public events feed — Cloudflare blocks automated access and we lose the 13 anchor festivals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Coordinate with The Union for a public events feed — articles are paywalled and the RSS often returns nothing usable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Confirm whether the County itself runs a Trumba master calendar — if so, federate from it instead of NCAC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MEMBER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Encourage venues to publish events on a platform with a public feed — Trumba, Tribe Events (WordPress), Eventbrite — not just static HTML pages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Push schema.org/Event JSON-LD adoption — one snippet on each event page makes auto-importing reliable without custom code per site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Promote the public "Suggest a venue or event" form to members — already wired (footer + admin queue); the lift is socialization, not engineering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Identify the 5-10 venues responsible for the bulk of visitor traffic and prioritize their data reliability over long-tail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Designate a queue curator — someone clears the pending-events queue 1-2x per week (Approve / Dismiss takes ~5 minutes per session)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Run AI Categorize after each refresh — fixes venue, area, tags on long-tail events ($0.50/mo)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Validate "no event" alerts — when a source returns 0 events, it has either gone down or restructured (NCAC was a false negative for months before we caught it)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Quarterly review of disabled sources — vendors change platforms (e.g. NCAC moved to Trumba) and previously-blocked sources become reachable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C3A1F"/>
                </a:solidFill>
                <a:latin typeface="Calibri"/>
              </a:rPr>
              <a:t>Concrete win from this work:  NCAC's calendar went from "0 events" (blocked by an iframe) to 540 events — by hitting Trumba's JSON feed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13 / 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Migration to a county server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One focused half-day for someone comfortable with Linux; two days for a learner.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3258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737360"/>
            <a:ext cx="9464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1579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Decisions: hosting (DigitalOcean $6/mo recommended), domain, OS, server account ownership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237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237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Pre-flight: domain registered, DNS access, SSH keys ready, Anthropic API key generated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4378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895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895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Provision: $6/mo Ubuntu droplet, lockdown SSH, install Python + nginx + chromium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2552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Deploy: git clone, Python venv, install deps, drop API keys in the config file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57530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6210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systemd service for auto-restart on crash, auto-start on reboot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867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39867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nginx reverse proxy + Let's Encrypt HTTPS (auto-renew via certbot)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30682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3525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3525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Cron job: nightly source refresh at 3 AM + AI categorize at 3:30 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47183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Backups: provider snapshots ($1/mo) + daily JSON tar to off-site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3834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840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0840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Test checklist: site loads, vibes work, events populate, AI button works, source updates 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4498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4498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Hand-off to chamber: admin URL, billing alerts, cheat sheet, emergency contact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14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19456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The leave-behind one-liner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26060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5C3A1F"/>
                </a:solidFill>
                <a:latin typeface="Calibri"/>
              </a:rPr>
              <a:t>"This isn't a website — it's a planning workspace for visitors and a living directory for the chamber, with AI-assisted curation built in. Privacy-respecting by default, owned by the county outright, maintained in minutes per week."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120640"/>
            <a:ext cx="7132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onsolas"/>
              </a:rPr>
              <a:t>Live demo:  liammlrb-eng.github.io/nevada-county-experiences
Repo:       github.com/liammlrb-eng/nevada-county-experiences
Pitch deck: demo_pitch.pdf  ·  Operator guide: operator_guide.pdf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