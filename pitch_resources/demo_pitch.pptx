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F2A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FFD18C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Experience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02444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0">
                <a:solidFill>
                  <a:srgbClr val="334155"/>
                </a:solidFill>
                <a:latin typeface="Calibri"/>
              </a:rPr>
              <a:t>A purpose-built tourism platform combining 161 curated experiences with 460+ live local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50" b="0" i="0">
                <a:solidFill>
                  <a:srgbClr val="0F172A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Smart suggestions are tag + geography aware — clusters keep visitors close to lodging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90" b="0" i="1">
                <a:solidFill>
                  <a:srgbClr val="102444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2 / 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90" b="0" i="0">
                <a:solidFill>
                  <a:srgbClr val="0F172A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 local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460+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Live events from
6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334155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3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Multiple paths to "I found it" — works for browse-mode and date-mode visitors.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64592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8424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2082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66544"/>
            <a:ext cx="297180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Themed vibes (9 cards)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66544"/>
            <a:ext cx="781811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15184"/>
            <a:ext cx="297180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🏠 Lodging tile — direct route to stays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615184"/>
            <a:ext cx="781811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 10th tile alongside the vibes; bypasses the vibe-funnel for "where do I sleep" intent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1810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63824"/>
            <a:ext cx="297180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Vibe-level pills (12+ across all vibes)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3163824"/>
            <a:ext cx="781811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Foodie → Wineries / Restaurants / Markets · Active → Hiking / Pickleball / Day-Pass Gyms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12464"/>
            <a:ext cx="297180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712464"/>
            <a:ext cx="781811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1538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61104"/>
            <a:ext cx="297180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Activity tags on every 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4261104"/>
            <a:ext cx="781811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Hiking · Biking · Swimming · Fishing · Boating · Running visible at a glance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09744"/>
            <a:ext cx="297180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Date filter + auto-season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40" y="4809744"/>
            <a:ext cx="781811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All Future · Today · Weekend · This Week — auto-hides summer-only items in winter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31266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358384"/>
            <a:ext cx="297180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Area filter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5358384"/>
            <a:ext cx="781811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907024"/>
            <a:ext cx="297180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5907024"/>
            <a:ext cx="781811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"Near Your Stops" panel in the itinerary — geographic + tag scoring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4 / 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Drag-free move-between-days dropdown on every item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🗺 Map view — every stop on a Leaflet map; click pins to navigate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🖨 Print itinerary — clean PDF-ready layout for paper handouts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15-min add → opt-in save → survives tab close + browser restart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Share link via native phone share sheet, email, text, or copy URL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No install, no account, no email — works in any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334155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1">
                <a:solidFill>
                  <a:srgbClr val="334155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F2A93E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5 / 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Let me show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A live demo: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0982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1 · 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5798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3522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2 · 90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3522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66744"/>
            <a:ext cx="11064240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1246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3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1246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970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4 · 90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970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Behind the scenes — admin Events Queue, Approve All, AI Categorize button, Event Sources tab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21224"/>
            <a:ext cx="11064240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6694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5 · 60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6694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6 / 14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9. Maker Traveler    —    Travels for the workshop — a destination-class workshop venue can anchor a regional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60" b="1" i="0">
                <a:solidFill>
                  <a:srgbClr val="102444"/>
                </a:solidFill>
                <a:latin typeface="Calibri"/>
              </a:rPr>
              <a:t>Recommended marketing focus (over-serve four):  Festival Pilgrim  ·  Romantic Weekender  ·  Foodie  ·  Maker Traveler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7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7510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2374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2374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2666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7238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07238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2102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62102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12394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966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Vibe sub-pills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16966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1830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71830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22122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26694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Opt-in itinerary save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26694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1558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Auto-season filtering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581558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8 / 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Opt-in measurement available if needed (Plausible — no cookies, no PII)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20" b="0" i="1">
                <a:solidFill>
                  <a:srgbClr val="102444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Behind the scenes — low-admin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~30 minutes per week of chamber-staff time keeps the site live and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One-click event-source updates from KVMR, Eventbrite, NC Chamber, GV Chamber, Go Nevada, The Union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Approve / dismiss events in a queue; bulk-approve is one click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AI Categorize button (Claude Haiku) — refines area, venue, tags, quality (~$0.20 per full run)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Publish and edit chamber-curated experiences via the public planner — no separate admin tool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Inline-editable experience table — anyone who can edit a spreadsheet can maintain it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Tag taxonomy editor — add, rename, delete tags without code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Event-source URL management — add a new source by pasting a URL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Pruning past events on every scrape, plus a manual button between scrapes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Public RSS feed at /feed.rss — partners republish without integration work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Public "Suggest a venue or event" form — submissions queue for chamber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10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444 of 460 KVMR events tagged "Nevada County" → infers actual community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Empty location field on most KVMR events → extracts venue name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Future source refreshes auto-categorize new events with the same logic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First-time bulk (460 events)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~$0.30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Daily refresh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$0.30 – $0.60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Weekly refresh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$0.16 – 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~$0.50 – $1.00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30" b="0" i="1">
                <a:solidFill>
                  <a:srgbClr val="102444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11 / 14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Per-event fees — event sources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12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Where the group can take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Findings from the build — collaborative work that would unlock the next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Reach out to GoNevadaCounty (gonevadacounty.com) for a public events feed — Cloudflare blocks automated access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Coordinate with The Union for a public events feed — articles are paywalled and the RSS often returns nothing usable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Push schema.org/Event JSON-LD adoption — one snippet on each event page makes auto-importing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Promote the public "Suggest a venue or event" form to members — already wired (footer + admin queue); the lift is socialization, not engineering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Schedule the scraper to run nightly via Windows Task Scheduler / cron / systemd — auto-prune of past events is built in but only fires when the scraper runs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Click 🧹 Prune Past between scrapes for ad-hoc cleanup — same logic as the auto-prune, useful when events get added or dismissed off-cycle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Run AI Categorize after each refresh — fixes venue, area, tags on long-tail events ($0.50/mo)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Validate "no event" alerts — when a source returns 0 events, it has either gone down or restructured (NCAC was a false negative for months before we caught it)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Quarterly review of disabled sources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102444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13 / 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F2A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FFD18C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102444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334155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0" y="4114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1" i="0">
                <a:solidFill>
                  <a:srgbClr val="F2A93E"/>
                </a:solidFill>
                <a:latin typeface="Calibri"/>
              </a:rPr>
              <a:t>APPENDIX  ·  PULL UP IF ASKED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happens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7568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Deploy: git clone, Python venv, install deps, drop API keys in the config file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Schedule nightly: source refresh at 3 AM + AI categorize at 3:30 AM (refresh triggers auto-prune; skip this step and expired events pile up in the queue)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Test checklist: site loads, vibes work, events populate, AI button works, source updates run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A1 / A1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