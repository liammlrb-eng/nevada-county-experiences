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A2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B8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338328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E8C96A"/>
                </a:solidFill>
                <a:latin typeface="Calibri"/>
              </a:rPr>
              <a:t>Western
Nevada
County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233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Experience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743200"/>
            <a:ext cx="7132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4A2D18"/>
                </a:solidFill>
                <a:latin typeface="Calibri"/>
              </a:rPr>
              <a:t>Visitor planning platform — county pitch deck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3291840"/>
            <a:ext cx="685800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52044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0">
                <a:solidFill>
                  <a:srgbClr val="2D3748"/>
                </a:solidFill>
                <a:latin typeface="Calibri"/>
              </a:rPr>
              <a:t>A purpose-built tourism platform combining 161 curated experiences with 460+ live local events. Privacy-first, opt-in, no tracking.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The strategic insight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What sets this apart from a generic tourism 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950" b="0" i="0">
                <a:solidFill>
                  <a:srgbClr val="1E1508"/>
                </a:solidFill>
                <a:latin typeface="Calibri"/>
              </a:rPr>
              <a:t>Most tourism sites optimize for visits to the site. The right metric is lodging bookings driven by the site. Those are different optimization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11064240" cy="3200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Day-by-day itinerary view structurally surfaces the "where do I sleep?" question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Visitor sees Day 2 has no hotel and books one before leaving the page.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"Find Lodging" CTA at the top of every itinerary — booking always one click away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No hunting for a button — booking decision is visible on every itinerary view.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Empty lodging slots create a visual gap that drives the booking decision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That blank Day 2 stay tile is psychologically jarring; the visitor fills it.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New items default to the latest day — no day-1 pile-up; trip naturally fills 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Adding stops naturally extends the trip rather than cramming Day 1.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Print view goes long-form per day — visitors who print, follow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Couple prints the itinerary; the same Day 1 / Day 2 structure follows on paper.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Smart suggestions are tag + geography aware — clusters keep visitors close to lodging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After Holbrooke Hotel goes in, suggestions cluster around Mill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690" b="0" i="1">
                <a:solidFill>
                  <a:srgbClr val="4A2D18"/>
                </a:solidFill>
                <a:latin typeface="Calibri"/>
              </a:rPr>
              <a:t>"Convince a visitor to add one more night and you double or triple local revenue."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2 / 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What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A tourism platform for Western Nevada County — Gold Country foothills.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90" b="0" i="0">
                <a:solidFill>
                  <a:srgbClr val="1E1508"/>
                </a:solidFill>
                <a:latin typeface="Calibri"/>
              </a:rPr>
              <a:t>A purpose-built tourism platform for Western Nevada County — centered on Nevada City and Grass Valley, with full coverage of Penn Valley, North San Juan, Rough &amp; Ready, Washington, Chicago Park, Smartsville, and adjacent Colfax. The platform combines curated places with live local events, so visitors discover what to do AND when it's actually happening.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161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Curated experiences
across 11 communities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460+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Live events from
6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Themed vibes
for discovery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3200400"/>
            <a:ext cx="2606040" cy="146304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338328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$5–$20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16052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Typical
monthly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2D3748"/>
                </a:solidFill>
                <a:latin typeface="Calibri"/>
              </a:rPr>
              <a:t>Geographic scope: Western Nevada County (Gold Country foothills) + adjacent Colfax.
Truckee and Sierra-side communities are out of scope for this build.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3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How visitors discover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Multiple paths to "I found it" — works for browse-mode and date-mode visitors.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Discovery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40" y="1645920"/>
            <a:ext cx="781811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What it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8424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208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6654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Themed vibes (9 cards)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05740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Historic · Arts · Hands-On · Foodie · Active · Relaxed · Wellness · Family · Festivals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0885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No-plan visitor taps "Foodie" — relevant cards instantly filter 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1518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🏠 Lodging tile — direct route to stays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60604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 10th tile alongside the vibes; bypasses the vibe-funnel for "where do I sleep" intent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85749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First-time visitor sees the house-shaped Lodging tile, jumps straight to 50+ stays.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1810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6382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Vibe-level pills (12+ across all vibes)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315468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Foodie → Wineries / Restaurants / Markets · Active → Hiking / Pickleball / Day-Pass Gyms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40613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Active-vibe visitor taps "🏋️ Day-Pass Gyms" — finds 8 places to keep their routine going.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1246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Category dropdown + sub-pills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370332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Lodging → Hotels / B&amp;Bs / Glamping / Campgrounds / RV  (and more)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395477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Family of four picks Lodging → B&amp;Bs to find character stays over chains.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15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26110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Activity tags on every card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40" y="425196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Hiking · Biking · Swimming · Fishing · Boating · Running visible at a glance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50341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Mountain biker scrolls and immediately spots cards tagged "Biking".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974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Date filter + auto-season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480060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All Future · Today · Weekend · This Week — auto-hides summer-only items in winter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505205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December visitor never sees "Summer Concert Series" — it filters itself out.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12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5838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Area filter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40" y="534924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County-wide events show for any local area; city events filter normally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560069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Penn Valley resident filters out Nevada City clutter for a local night out.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907024"/>
            <a:ext cx="297180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Tag-aware Smart Suggestions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5897880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"Near Your Stops" panel in the itinerary — geographic + tag scoring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6149339"/>
            <a:ext cx="781811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975" b="0" i="1">
                <a:solidFill>
                  <a:srgbClr val="4A2D18"/>
                </a:solidFill>
                <a:latin typeface="Calibri"/>
              </a:rPr>
              <a:t>↳  After Empire Mine goes in, the panel surfaces Holbrooke Hotel 0.4 mi away.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4 /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Day-by-day itinerary builder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Visitors think in nights, not stops — the planner reflects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400800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Each day has its own card with a numbered header and calendar date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Visitor sees "Day 1: Sat May 17" instead of an undifferentiated stop list.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Per-day "Tonight's Stay" lodging slot — empty slots prompt for booking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Empty Day 2 stay tile reminds the visitor they haven't booked Sunday yet.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Drag-free move-between-days dropdown on every item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Spouse on phone moves Friday's hike to Saturday in two taps.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Add Day → returns visitor to browse mode for the new day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Tap "Add Day," land on cards to pick Day 3 activities — flow continues.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Find Lodging button at top of itinerary jumps directly to lodging filter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Six stops in but no hotel — one tap surfaces every nearby B&amp;B.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Events go INTO the itinerary first; the visitor decides what to commit to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Bluegrass concert tile lands in My Itinerary, not on KVMR's site.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🗺 Map view — every stop on a Leaflet map; click pins to navigate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Visitor opens the map: sees the full weekend laid out, decides Day 2 needs a lunch stop near the trail.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🖨 Print itinerary — clean PDF-ready layout for paper handouts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Older visitor prints the day-by-day plan, walks Mill Street with paper in hand.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15-min add → opt-in save → survives tab close + browser restart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Browser closes, phone reboots — itinerary still there next morning.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Share link via native phone share sheet, email, text, or copy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Visitor texts the URL to spouse: "this is what I'm thinking."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No install, no account, no email — works in any browser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Visitor planning during a hotel-search lunch break — no signup wall.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0" y="1691640"/>
            <a:ext cx="4389120" cy="4572000"/>
          </a:xfrm>
          <a:prstGeom prst="rect">
            <a:avLst/>
          </a:prstGeom>
          <a:solidFill>
            <a:srgbClr val="FBF7EE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8288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1">
                <a:solidFill>
                  <a:srgbClr val="2D3748"/>
                </a:solidFill>
                <a:latin typeface="Calibri"/>
              </a:rPr>
              <a:t>2 stops · 2 days / 1 night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2240280"/>
            <a:ext cx="393192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233172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DAY 1 of 2   Sat, Jun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6974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💤 TONIGHT'S STAY
Holbrooke Hotel · Grass Valley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3383280"/>
            <a:ext cx="38404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1.  Empire Mine State Historic Park
2.  Lola Restaurant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4206240"/>
            <a:ext cx="393192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2976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DAY 2 of 2   Sun, Jun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6177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1">
                <a:solidFill>
                  <a:srgbClr val="2D3748"/>
                </a:solidFill>
                <a:latin typeface="Calibri"/>
              </a:rPr>
              <a:t>💤  No lodging picked for tonight  →  [Find Lodging]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5074920"/>
            <a:ext cx="3840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B8941A"/>
                </a:solidFill>
                <a:latin typeface="Calibri"/>
              </a:rPr>
              <a:t>📅  Father's Day Bluegrass — Sat 7:00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5 / 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Let me show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A live demo: visitor planning a romantic November weekend in Western Nevada County.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737360"/>
            <a:ext cx="90982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What happens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1226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1 · 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5798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Set the scene — couple from Sacramento, click "This Weekend" + Festivals vibe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3522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2 · 90 sec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3522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Layer in Relaxed vibe + Lodging category + B&amp;B sub-pill — real Victorian B&amp;Bs surface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6674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1246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3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1246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Build the weekend — Cornish Christmas + Holbrooke Hotel + Empire Mine + Lola Restaurant. Open My Itinerary — Smart Suggestions appear with "0.4 mi away" labels. Map view + Print + Share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970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4 · 90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48970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Behind the scenes — admin Events Queue, Approve All, AI Categorize button, Event Sources tab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221224"/>
            <a:ext cx="11064240" cy="7772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66944"/>
            <a:ext cx="169164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Act 5 · 60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266944"/>
            <a:ext cx="9098280" cy="73151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1E1508"/>
                </a:solidFill>
                <a:latin typeface="Calibri"/>
              </a:rPr>
              <a:t>Close the value props — time saved, local visibility, privacy, no vendor lock-in, AI integration, low maintenance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6 / 14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Who this serves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Nine visitor personas — each searches differently and converts on different content.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1. Romantic Weekender    —    Couples 35-65, Bay Area / Sac, B&amp;Bs + dining + wineries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2. Festival Pilgrim    —    Anchored to a specific event — Cornish Christmas, Wild &amp; Scenic, Bluegrass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3. Trail &amp; Lake Seeker    —    Hiking / biking / swimming / paddling — needs distance &amp; difficulty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4. Multi-Gen Family    —    Parents with kids 5-15 — "will my 8-year-old be bored?"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5. Arts &amp; Heritage Traveler    —    Substance over photos; reads notes; values authenticity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6. Wine Country Foodie    —    Napa-alternative — provenance, chef bios, tasting flights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7. Wellness Refugee    —    Float, massage, yoga, gardens — filtering for what's NOT there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8. Local "What's Up"    —    Residents — pure events feed, "what's on this weekend"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9. Maker Traveler    —    Travels for the workshop — a destination-class workshop venue can anchor a regional identity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560" b="1" i="0">
                <a:solidFill>
                  <a:srgbClr val="4A2D18"/>
                </a:solidFill>
                <a:latin typeface="Calibri"/>
              </a:rPr>
              <a:t>Recommended marketing focus (over-serve four):  Festival Pilgrim  ·  Romantic Weekender  ·  Foodie  ·  Maker Traveler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Why it's easy to use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Friction points where most tourism sites lose visitors — and what we did instead.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5204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726947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9280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938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Day-by-day with lodging anchor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9659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 flat list of stops hides the night question; structured days surface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74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Visitor sees Day 2 has no stay tile, books before leaving the page.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"Find Lodging" CTA + auto-clear vibes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146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One-click jump to lodging that doesn't fight against active vibes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7660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Foodie-vibe visitor taps Find Lodging; vibes clear so all stays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2666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723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Add Day returns to browse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0632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No leaving visitor staring at empty days; flow continues naturally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3146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Day 2 isn't an empty container — visitor lands somewhere productive.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62102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Events → itinerary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361188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No hijack to KVMR — visitor compares before clicking through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6333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Three concerts compared side-by-side before committing to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2394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966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Vibe sub-pills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16052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Foodie → Restaurants/Markets/Wineries — granular without leaving the vibe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41197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Foodie → Wineries narrows without switching mental contexts.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1830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Calendar dates on day headers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70916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"DAY 1 · Sat, May 17" instead of abstract numbers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6061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"Sat, May 17" grounds the trip in real-world weekend planning.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21224"/>
            <a:ext cx="11064240" cy="54864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26694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Opt-in itinerary save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25780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Survives tab close + restart — no account, no email, explicit consent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0925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Banner appears only after first add — visitor consents knowingly.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15584"/>
            <a:ext cx="3520440" cy="50291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Auto-season filtering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806440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1E1508"/>
                </a:solidFill>
                <a:latin typeface="Calibri"/>
              </a:rPr>
              <a:t>November visit hides summer-only experiences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6057899"/>
            <a:ext cx="7269479" cy="2514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040" b="0" i="1">
                <a:solidFill>
                  <a:srgbClr val="4A2D18"/>
                </a:solidFill>
                <a:latin typeface="Calibri"/>
              </a:rPr>
              <a:t>↳  December visitor never sees "summer concert series" as a dead lead.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8 /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Privacy posture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No tracking. No cookies. Visitors stay anonymous; the chamber gets credit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297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analytics, no cookies, no third-party trackers by default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Site loads instantly — no cookie modal between visitor and content.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Itinerary save is opt-in only — explicit consent banner on first add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Banner appears only after first card added; visitor knows what they're consenting to.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"Forget on this device" link revokes consent and wipes saved data anytime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Trip ends — visitor wipes the itinerary in two taps, takes nothing back home.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Share-link URL works without any consent — purely a URL fragment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Two friends compare itineraries via shared URLs, neither registered for anything.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account / sign-up / email required to plan a full trip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30 seconds from landing → planning, no email-collection wall.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Chamber sees zero personal information about visitors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Aggregate event queue tells the chamber what's hot; visitor identity stays local.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GDPR / CCPA banners required (because nothing is collected)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EU visitor on holiday gets the site without a banner ambush.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No privacy review, no consent-platform fees, no compliance overhead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Annual compliance budget for the platform: $0 — nothing to review.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690" b="1">
                <a:solidFill>
                  <a:srgbClr val="B8941A"/>
                </a:solidFill>
                <a:latin typeface="Calibri"/>
              </a:rPr>
              <a:t>• </a:t>
            </a:r>
            <a:r>
              <a:rPr sz="1430">
                <a:solidFill>
                  <a:srgbClr val="1E1508"/>
                </a:solidFill>
                <a:latin typeface="Calibri"/>
              </a:rPr>
              <a:t>Opt-in measurement available if needed (Plausible — no cookies, no PII)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170" i="1">
                <a:solidFill>
                  <a:srgbClr val="4A2D18"/>
                </a:solidFill>
                <a:latin typeface="Calibri"/>
              </a:rPr>
              <a:t>       ↳  If the chamber wants aggregate metrics later, flip a config flag — no rebuild.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486400"/>
            <a:ext cx="11064240" cy="77724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820" b="0" i="1">
                <a:solidFill>
                  <a:srgbClr val="4A2D18"/>
                </a:solidFill>
                <a:latin typeface="Calibri"/>
              </a:rPr>
              <a:t>"Visitors stay anonymous; the chamber gets credit for respecting them."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Behind the scenes — low-admin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~30 minutes per week of chamber-staff time keeps the site live and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64240" cy="493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🔄 One-click event-source updates from KVMR, Eventbrite, NC Chamber, GV Chamber, Go Nevada, The Union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Chamber staffer clicks "Refresh Sources" Monday morning; ~50 new events appear.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✅ Approve / dismiss events in a queue; bulk-approve is one click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Bulk-approve all KVMR events; dismiss the suspect ones individually.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🤖 AI Categorize button (Claude Haiku) — refines area, venue, tags, quality (~$0.20 per full run)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One click after a refresh; 460 events get area + venue + tags fixed for ~20¢.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✨ Publish + edit chamber-curated experiences via the public planner — no separate admin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Chamber builds "Romantic Weekend" in My Itinerary, hits Publish — appears site-wide; edit / delete anytime.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✏️ Inline-editable experience table — anyone who can edit a spreadsheet can maintain it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New cidery opens — staff types one row, hits save, it's live on the public site.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🏷 Tag taxonomy editor — add/rename/delete tags without code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"Music" splits into "Live Music" and "Open Mic" without a developer.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🔗 Event-source URL management — add a new source by pasting a URL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New venue website? Paste the URL, pick a parser pattern, done.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📅 Pruning past events on every scrape + 🧹 manual button between scrapes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Saturday's farmers market vanishes from the queue at the next refresh — public site never showed it after Sunday anyway.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🌐 Public RSS feed at /feed.rss — partners republish without integration work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Local newspaper's "this weekend" widget pulls straight from /feed.rss.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💡 Public "Suggest a venue or event" form — submissions queue for chamber review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Chamber emails members the URL; venue owner fills the form; entry lands in admin Suggestions tab.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AI-powered tag refinement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Claude Haiku adds intelligence where keyword rules stop short — at trivial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What it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54864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444 of 460 KVMR events tagged "Nevada County" → infers actual community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"KVMR Storytelling Night" gets "Nevada City" instead of vague "Nevada County".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Empty location field on most KVMR events → extracts venue name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"Center for the Arts" surfaces as the venue from a description-only event.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"Center for the Arts" → Grass Valley; "Miners Foundry" → Nevada City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Visitor filtering by Grass Valley gets concerts without manual tagging.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Cluttered descriptions → clean one-line summaries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Long press-release blob shrinks to a clean teaser the visitor will actually read.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Truckee / Sierra-side events flagged "low quality" → auto-hidden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Tahoe events tagged "low quality" auto-hide on the public site, no manual cleanup.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560" b="1">
                <a:solidFill>
                  <a:srgbClr val="B8941A"/>
                </a:solidFill>
                <a:latin typeface="Calibri"/>
              </a:rPr>
              <a:t>• </a:t>
            </a:r>
            <a:r>
              <a:rPr sz="1300">
                <a:solidFill>
                  <a:srgbClr val="1E1508"/>
                </a:solidFill>
                <a:latin typeface="Calibri"/>
              </a:rPr>
              <a:t>Future source refreshes auto-categorize new events with the same logic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040" i="1">
                <a:solidFill>
                  <a:srgbClr val="4A2D18"/>
                </a:solidFill>
                <a:latin typeface="Calibri"/>
              </a:rPr>
              <a:t>       ↳  Tuesday's new event gets correct area + venue + tags without human touch.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493776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2606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Run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48840"/>
            <a:ext cx="2057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Monthly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493776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2374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56946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First-time bulk (460 events)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6946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~$0.30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94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Daily refresh + categorize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8094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$0.30 – $0.60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46704"/>
            <a:ext cx="4937760" cy="41148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9242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Weekly refresh + categorize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39242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$0.16 – $0.52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803904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Realistic chamber operation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803904"/>
            <a:ext cx="2057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~$0.50 – $1.00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30" b="0" i="1">
                <a:solidFill>
                  <a:srgbClr val="4A2D18"/>
                </a:solidFill>
                <a:latin typeface="Calibri"/>
              </a:rPr>
              <a:t>Hard $5/month spending cap settable in Anthropic console — cannot be exceeded.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11 / 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What it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Three operating scenarios for the first year of operation.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$0–$50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LEAN
Free hosting + AI 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$80–$150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TYPICAL
$5/mo VPS + weekly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$300–$500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PREMIUM
Managed + daily 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91640"/>
            <a:ext cx="2606040" cy="1554480"/>
          </a:xfrm>
          <a:prstGeom prst="rect">
            <a:avLst/>
          </a:prstGeom>
          <a:solidFill>
            <a:srgbClr val="F5EFE2"/>
          </a:solidFill>
          <a:ln w="6350">
            <a:solidFill>
              <a:srgbClr val="D4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15400" y="1874520"/>
            <a:ext cx="2606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5720" b="1" i="0">
                <a:solidFill>
                  <a:srgbClr val="B8941A"/>
                </a:solidFill>
                <a:latin typeface="Calibri"/>
              </a:rPr>
              <a:t>$5K–$30K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5176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430" b="0" i="0">
                <a:solidFill>
                  <a:srgbClr val="2D3748"/>
                </a:solidFill>
                <a:latin typeface="Calibri"/>
              </a:rPr>
              <a:t>COMMERCIAL ALT.
CrowdRiff / Simpleview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What's NOT a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Per-listing fees — every chamber member free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Per-event fees — event sources cost zero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Per-visitor fees — traffic 10× has no impact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Vendor termination fees — owned outright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Privacy compliance overhead — nothing collected to comply about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820" b="1">
                <a:solidFill>
                  <a:srgbClr val="B8941A"/>
                </a:solidFill>
                <a:latin typeface="Calibri"/>
              </a:rPr>
              <a:t>• </a:t>
            </a:r>
            <a:r>
              <a:rPr sz="1560">
                <a:solidFill>
                  <a:srgbClr val="1E1508"/>
                </a:solidFill>
                <a:latin typeface="Calibri"/>
              </a:rPr>
              <a:t>License fees — fully open-source 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12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Where the group can take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Findings from the build — collaborative work that would unlock the next version.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B8941A"/>
                </a:solidFill>
                <a:latin typeface="Calibri"/>
              </a:rPr>
              <a:t>DATA PARTNERSHIPS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Ask NCAC for read access to their Trumba master — its 540-event, 16-month window is the most comprehensive feed in the county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Reach out to GoNevadaCounty (gonevadacounty.com) for a public events feed — Cloudflare blocks automated access and we lose the 13 anchor festivals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Coordinate with The Union for a public events feed — articles are paywalled and the RSS often returns nothing usable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Confirm whether the County itself runs a Trumba master calendar — if so, federate from it instead of NCAC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B8941A"/>
                </a:solidFill>
                <a:latin typeface="Calibri"/>
              </a:rPr>
              <a:t>MEMBER OUTREACH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Encourage venues to publish events on a platform with a public feed — Trumba, Tribe Events (WordPress), Eventbrite — not just static HTML pages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Push schema.org/Event JSON-LD adoption — one snippet on each event page makes auto-importing reliable without custom code per site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Promote the public "Suggest a venue or event" form to members — already wired (footer + admin queue); the lift is socialization, not engineering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30" b="1">
                <a:solidFill>
                  <a:srgbClr val="B8941A"/>
                </a:solidFill>
                <a:latin typeface="Calibri"/>
              </a:rPr>
              <a:t>• </a:t>
            </a:r>
            <a:r>
              <a:rPr sz="1170">
                <a:solidFill>
                  <a:srgbClr val="1E1508"/>
                </a:solidFill>
                <a:latin typeface="Calibri"/>
              </a:rPr>
              <a:t>Identify the 5-10 venues responsible for the bulk of visitor traffic and prioritize their data reliability over long-tail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69164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60" b="1" i="0">
                <a:solidFill>
                  <a:srgbClr val="B8941A"/>
                </a:solidFill>
                <a:latin typeface="Calibri"/>
              </a:rPr>
              <a:t>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657600" cy="3840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Schedule the scraper to run nightly via Windows Task Scheduler / cron / systemd — auto-prune of past events is built in but only fires when the scraper runs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Designate a queue curator — someone clears the pending-events queue 1-2x per week (Approve / Dismiss takes ~5 minutes per session)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Click 🧹 Prune Past between scrapes for ad-hoc cleanup — same logic as the auto-prune, useful when events get added or dismissed off-cycle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Run AI Categorize after each refresh — fixes venue, area, tags on long-tail events ($0.50/mo)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Validate "no event" alerts — when a source returns 0 events, it has either gone down or restructured (NCAC was a false negative for months before we caught it)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65" b="1">
                <a:solidFill>
                  <a:srgbClr val="B8941A"/>
                </a:solidFill>
                <a:latin typeface="Calibri"/>
              </a:rPr>
              <a:t>• </a:t>
            </a:r>
            <a:r>
              <a:rPr sz="1105">
                <a:solidFill>
                  <a:srgbClr val="1E1508"/>
                </a:solidFill>
                <a:latin typeface="Calibri"/>
              </a:rPr>
              <a:t>Quarterly review of disabled sources — vendors change platforms (e.g. NCAC moved to Trumba) and previously-blocked sources become reachable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solidFill>
            <a:srgbClr val="FBF7EE"/>
          </a:solidFill>
          <a:ln w="6350">
            <a:solidFill>
              <a:srgbClr val="B894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00" b="0" i="1">
                <a:solidFill>
                  <a:srgbClr val="4A2D18"/>
                </a:solidFill>
                <a:latin typeface="Calibri"/>
              </a:rPr>
              <a:t>Concrete win from this work:  NCAC's calendar went from "0 events" (blocked by an iframe) to 540 events — by hitting Trumba's JSON feed directly.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13 /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A2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0"/>
            <a:ext cx="73152" cy="6858000"/>
          </a:xfrm>
          <a:prstGeom prst="rect">
            <a:avLst/>
          </a:prstGeom>
          <a:solidFill>
            <a:srgbClr val="B89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338328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720" b="1" i="0">
                <a:solidFill>
                  <a:srgbClr val="E8C96A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338328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860" b="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19456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1" i="0">
                <a:solidFill>
                  <a:srgbClr val="B8941A"/>
                </a:solidFill>
                <a:latin typeface="Calibri"/>
              </a:rPr>
              <a:t>The leave-behind one-liner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0" y="2606040"/>
            <a:ext cx="685800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7132320" cy="22860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4A2D18"/>
                </a:solidFill>
                <a:latin typeface="Calibri"/>
              </a:rPr>
              <a:t>"This isn't a website — it's a planning workspace for visitors and a living directory for the chamber, with AI-assisted curation built in. Privacy-respecting by default, owned by the county outright, maintained in minutes per week."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5120640"/>
            <a:ext cx="7132320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0" i="0">
                <a:solidFill>
                  <a:srgbClr val="2D3748"/>
                </a:solidFill>
                <a:latin typeface="Consolas"/>
              </a:rPr>
              <a:t>Live demo:  liammlrb-eng.github.io/nevada-county-experiences
Repo:       github.com/liammlrb-eng/nevada-county-experiences
Pitch deck: demo_pitch.pdf  ·  Operator guide: operator_guide.pdf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411480"/>
            <a:ext cx="38404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1" i="0">
                <a:solidFill>
                  <a:srgbClr val="B8941A"/>
                </a:solidFill>
                <a:latin typeface="Calibri"/>
              </a:rPr>
              <a:t>APPENDIX  ·  PULL UP IF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4160" b="1" i="0">
                <a:solidFill>
                  <a:srgbClr val="4A2D18"/>
                </a:solidFill>
                <a:latin typeface="Calibri"/>
              </a:rPr>
              <a:t>Migration to a county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78992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20" b="0" i="1">
                <a:solidFill>
                  <a:srgbClr val="2D3748"/>
                </a:solidFill>
                <a:latin typeface="Calibri"/>
              </a:rPr>
              <a:t>One focused half-day for someone comfortable with Linux; two days for a learner.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384048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3258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737360"/>
            <a:ext cx="94640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30" b="1" i="0">
                <a:solidFill>
                  <a:srgbClr val="4A2D18"/>
                </a:solidFill>
                <a:latin typeface="Calibri"/>
              </a:rPr>
              <a:t>What happens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5688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1226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579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1579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Decisions: hosting (DigitalOcean $6/mo recommended), domain, OS, server account ownership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237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237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Pre-flight: domain registered, DNS access, SSH keys ready, Anthropic API key generated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84378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895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28895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Provision: $6/mo Ubuntu droplet, lockdown SSH, install Python + nginx + 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552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2552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Deploy: git clone, Python venv, install deps, drop API keys in the config file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7530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6210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210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systemd service for auto-restart on crash, auto-start on reboot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8678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98678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nginx reverse proxy + Let's Encrypt HTTPS (auto-renew via certbot)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30682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5254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35254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Schedule nightly: source refresh at 3 AM + AI categorize at 3:30 AM (refresh triggers auto-prune; skip this step and expired events pile up in the queue)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1830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71830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Backups: provider snapshots ($1/mo) + daily JSON tar to off-site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038344"/>
            <a:ext cx="11064240" cy="365760"/>
          </a:xfrm>
          <a:prstGeom prst="rect">
            <a:avLst/>
          </a:prstGeom>
          <a:solidFill>
            <a:srgbClr val="FB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08406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508406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Test checklist: site loads, vibes work, events populate, AI button works, source updates run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9824"/>
            <a:ext cx="132588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Phase 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5449824"/>
            <a:ext cx="946404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1E1508"/>
                </a:solidFill>
                <a:latin typeface="Calibri"/>
              </a:rPr>
              <a:t>Hand-off to chamber: admin URL, billing alerts, cheat sheet, emergency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70" b="0" i="0">
                <a:solidFill>
                  <a:srgbClr val="2D3748"/>
                </a:solidFill>
                <a:latin typeface="Calibri"/>
              </a:rPr>
              <a:t>Western Nevada County Experience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1170" b="0" i="0">
                <a:solidFill>
                  <a:srgbClr val="2D3748"/>
                </a:solidFill>
                <a:latin typeface="Calibri"/>
              </a:rPr>
              <a:t>A1 / A1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6455664"/>
            <a:ext cx="11064240" cy="25400"/>
          </a:xfrm>
          <a:prstGeom prst="rect">
            <a:avLst/>
          </a:prstGeom>
          <a:solidFill>
            <a:srgbClr val="B89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