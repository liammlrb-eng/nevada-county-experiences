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F2A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FFD18C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Trip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02444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0">
                <a:solidFill>
                  <a:srgbClr val="334155"/>
                </a:solidFill>
                <a:latin typeface="Calibri"/>
              </a:rPr>
              <a:t>A purpose-built tourism platform combining 161 curated experiences with 1,200+ live local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50" b="0" i="0">
                <a:solidFill>
                  <a:srgbClr val="0F172A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Smart suggestions are tag + geography aware — clusters keep visitors close to lodging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90" b="0" i="1">
                <a:solidFill>
                  <a:srgbClr val="102444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2 / 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90" b="0" i="0">
                <a:solidFill>
                  <a:srgbClr val="0F172A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 local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1,200+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Live events from
10+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334155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3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Search, browse, or filter by date — multiple paths to "I found it".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46304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0136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37944"/>
            <a:ext cx="11064240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83664"/>
            <a:ext cx="2971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Universal keyword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883664"/>
            <a:ext cx="7818119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One box searches every venue and event — names, descriptions and tags — with built-in synonyms, so a search for "metalsmith" also finds a studio listed only as "blacksmithing"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40864"/>
            <a:ext cx="2971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🌿 In Season Now strip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340864"/>
            <a:ext cx="7818119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 scrolling banner under the hero showing what's happening RIGHT NOW — wildflowers peaking, swim season open, festivals starting — with "Peak now / Just started / Ends soon" badges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752344"/>
            <a:ext cx="11064240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798064"/>
            <a:ext cx="2971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Themed vibes (9 cards)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798064"/>
            <a:ext cx="7818119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2971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🏠 Lodging tile — direct route to stays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255264"/>
            <a:ext cx="7818119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 10th tile alongside the vibes; bypasses the vibe-funnel for "where do I sleep" intent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666744"/>
            <a:ext cx="11064240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12464"/>
            <a:ext cx="2971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Vibe-level pills (12+ across all vibes)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712464"/>
            <a:ext cx="7818119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Foodie → Wineries / Restaurants / Markets · Active → Hiking / Pickleball / Day-Pass Gyms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169664"/>
            <a:ext cx="2971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40" y="4169664"/>
            <a:ext cx="7818119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581144"/>
            <a:ext cx="11064240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626864"/>
            <a:ext cx="2971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Activity tags on every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626864"/>
            <a:ext cx="7818119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Hiking · Biking · Swimming · Fishing · Boating · Running visible at a glance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84064"/>
            <a:ext cx="2971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Date filter + auto-season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5084064"/>
            <a:ext cx="7818119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All Future · Today · Weekend · This Week — auto-hides summer-only items in winter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495544"/>
            <a:ext cx="11064240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541264"/>
            <a:ext cx="2971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Area filter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5541264"/>
            <a:ext cx="7818119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998464"/>
            <a:ext cx="2971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5998464"/>
            <a:ext cx="7818119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"Near Your Stops" panel in the itinerary — geographic + tag scoring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✨ Help Me Plan — one-click trip generator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Six quick questions → a complete day-by-day itinerary made from real local venues.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90" b="0" i="0">
                <a:solidFill>
                  <a:srgbClr val="0F172A"/>
                </a:solidFill>
                <a:latin typeface="Calibri"/>
              </a:rPr>
              <a:t>Removes the blank-page problem for first-time visitors. The planner scores every venue in the catalog against the visitor's answers and assembles a real trip — not generic suggestions, not AI hallucination, just rule-based matching against curated local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 the visitor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48640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Trip length (1–5 days)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Pace — Relaxed / Balanced / Packed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Who's coming — Family / Couple / Friends / Solo / Multi-gen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Activity level — Easy / Moderate / Adventurous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Indoor vs outdoor lean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Interests (Foodie · Historic · Active · etc.)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Optional: must-haves (live music, hike, wine tasting…)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Optional: trip start date + chosen hotel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78892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 the visitor gets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200400"/>
            <a:ext cx="521208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A complete day-by-day itinerary, ready to edit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Stops biased toward the chosen hotel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Matching events woven into the right day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Group-aware picks (kids, romance, adventure)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Editable: change anything, add anything, remove anything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30" b="0" i="1">
                <a:solidFill>
                  <a:srgbClr val="102444"/>
                </a:solidFill>
                <a:latin typeface="Calibri"/>
              </a:rPr>
              <a:t>Rule-based, not AI-generated — no hallucinated venues, no API costs. The output is always a real plan from real local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5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Move stops between days (dropdown) + drag-to-reorder within a day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📅 Set trip dates → events auto-weave to the right day + Calendar view available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🗺 Map view — every stop on a Leaflet map; click pins to navigate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🖨 Print itinerary — clean PDF-ready layout for paper handouts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Opt-in save survives tab close + browser restart — no account, no install, no email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Share link via native phone share sheet, email, text, or copy URL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334155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1">
                <a:solidFill>
                  <a:srgbClr val="334155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F2A93E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6 /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96596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554480"/>
            <a:ext cx="882396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685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Act 0 (optional) · 60 sec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975104"/>
            <a:ext cx="8823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✨ Help Me Plan opener — answer six questions, full draft itinerary appears. Use for blank-page audiences; skip for power-users who want to see manual planning.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60904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Act 1 · 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660904"/>
            <a:ext cx="8823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00984"/>
            <a:ext cx="11064240" cy="685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46704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Act 2 · 90 sec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346704"/>
            <a:ext cx="8823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32504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Act 3 · 2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032504"/>
            <a:ext cx="8823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672584"/>
            <a:ext cx="11064240" cy="685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18304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Act 4 · 90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718304"/>
            <a:ext cx="8823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Behind the scenes — admin Events Queue, Approve All, AI Categorize button, Event Sources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04104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Act 5 · 60 sec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404104"/>
            <a:ext cx="8823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7 /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9. Maker Traveler    —    Travels for the workshop — a destination-class workshop venue can anchor a regional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60" b="1" i="0">
                <a:solidFill>
                  <a:srgbClr val="102444"/>
                </a:solidFill>
                <a:latin typeface="Calibri"/>
              </a:rPr>
              <a:t>Recommended marketing focus (over-serve four):  Festival Pilgrim  ·  Romantic Weekender  ·  Foodie  ·  Maker Traveler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8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7510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2374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07238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62102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Vibe sub-pills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16966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71830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Opt-in itinerary save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26694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Auto-season filtering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581558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9 / 15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Opt-in measurement available if needed (Plausible — no cookies, no PII)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20" b="0" i="1">
                <a:solidFill>
                  <a:srgbClr val="102444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10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Behind the scenes — low-admin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~30 minutes per week of chamber-staff time keeps the site live and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One-click event-source updates from 11+ sources — KVMR, Eventbrite, NC/GV Chambers, Go Nevada, The Union, Nevada Theatre, Curious Forge, Crazy Horse Saloon, Golden Era Lounge, Wolf Craft Collective (and growing)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Approve / dismiss events in a queue; bulk-approve is one click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AI Categorize button (Claude Haiku) — refines area, venue, tags, quality (~$0.20 per full run)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Publish and edit chamber-curated experiences via the public planner — no separate admin tool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Inline-editable experience table — anyone who can edit a spreadsheet can maintain it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Tag taxonomy editor — add, rename, delete tags without code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Event-source URL management — add a new source by pasting a URL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Pruning past events on every scrape, plus a manual button between scrapes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Public RSS feed at /feed.rss — partners republish without integration work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Public "Suggest a venue or event" form — submissions queue for chamber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11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Nearly every KVMR event tagged generic "Nevada County" → AI infers actual community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Empty location field on most KVMR events → AI extracts venue name from description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Future source refreshes auto-categorize new events with the same logic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First-time bulk (full catalog)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~$1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Daily refresh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$0.50 – $1.50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Weekly refresh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$0.20 – $0.60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~$0.50 – $1.50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30" b="0" i="1">
                <a:solidFill>
                  <a:srgbClr val="102444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12 /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Per-event fees — event sources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13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Reach out to GoNevadaCounty (gonevadacounty.com) for a public events feed — Cloudflare blocks automated access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Coordinate with The Union for a public events feed — articles are paywalled and the RSS often returns nothing usable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Push schema.org/Event JSON-LD adoption — one snippet on each event page makes auto-importing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Promote the public "Suggest a venue or event" form to members — already wired (footer + admin queue); the lift is socialization, not engineering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Schedule the scraper to run nightly via Windows Task Scheduler / cron / systemd — auto-prune of past events is built in but only fires when the scraper runs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Click 🧹 Prune Past between scrapes for ad-hoc cleanup — same logic as the auto-prune, useful when events get added or dismissed off-cycle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Run AI Categorize after each refresh — fixes venue, area, tags on long-tail events ($0.50/mo)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Validate "no event" alerts — when a source returns 0 events, it has either gone down or restructured (NCAC was a false negative for months before we caught it)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Quarterly review of disabled sources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102444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14 / 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F2A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FFD18C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102444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334155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0" y="4114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1" i="0">
                <a:solidFill>
                  <a:srgbClr val="F2A93E"/>
                </a:solidFill>
                <a:latin typeface="Calibri"/>
              </a:rPr>
              <a:t>APPENDIX  ·  PULL UP IF ASKED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happens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7568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Deploy: git clone, Python venv, install deps, drop API keys in the config 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Schedule nightly: source refresh at 3 AM + AI categorize at 3:30 AM (refresh triggers auto-prune; skip this step and expired events pile up in the queue)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Test checklist: site loads, vibes work, events populate, AI button works, source updates run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A1 / A1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