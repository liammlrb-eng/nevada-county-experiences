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Trip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02444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334155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0F172A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Smart suggestions are tag + geography aware — clusters keep visitors close to lodging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102444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2 / 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0F172A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3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Search, browse, or filter by date — multiple paths to "I found it".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27048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527048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0195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4767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Universal keyword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94767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 box searches every venue and event — names, descriptions and tags — with built-in synonyms, so a search for "metalsmith" also finds a studio listed only as "blacksmithing"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Themed vibes (9 cards)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45059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5351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🏠 Lodging tile — direct route to stays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95351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10th tile alongside the vibes; bypasses the vibe-funnel for "where do I sleep" intent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5643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Vibe-level pills (12+ across all vibes)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45643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Wineries / Restaurants / Markets · Active → Hiking / Pickleball / Day-Pass Gyms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1363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5935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95935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6227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Activity tags on every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46227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Hiking · Biking · Swimming · Fishing · Boating · Running visible at a glance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1947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6519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Date filter + auto-season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96519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All Future · Today · Weekend · This Week — auto-hides summer-only items in winter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6811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46811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925312"/>
            <a:ext cx="11064240" cy="5029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971032"/>
            <a:ext cx="2971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5971032"/>
            <a:ext cx="781811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"Near Your Stops" panel in the itinerary — geographic + tag scoring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🗺 Map view — every stop on a Leaflet map; click pins to navigate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🖨 Print itinerary — clean PDF-ready layout for paper handouts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No install, no account, no email — works in any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334155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1">
                <a:solidFill>
                  <a:srgbClr val="334155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F2A93E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5 / 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0F172A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6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102444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751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237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0723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62102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Vibe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16966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71830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Opt-in itinerary 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26694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Auto-season filtering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815584"/>
            <a:ext cx="7269479" cy="5029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0F172A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8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F2A93E"/>
                </a:solidFill>
                <a:latin typeface="Calibri"/>
              </a:rPr>
              <a:t>• </a:t>
            </a:r>
            <a:r>
              <a:rPr sz="1430">
                <a:solidFill>
                  <a:srgbClr val="0F172A"/>
                </a:solidFill>
                <a:latin typeface="Calibri"/>
              </a:rPr>
              <a:t>Opt-in measurement available if needed (Plausible — no cookies, no PII)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102444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Behind the scenes — low-admin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~30 minutes per week of chamber-staff time keeps the site live and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One-click event-source updates from KVMR, Eventbrite, NC Chamber, GV Chamber, Go Nevada, The Union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Approve / dismiss events in a queue; bulk-approve is one click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AI Categorize button (Claude Haiku) — refines area, venue, tags, quality (~$0.20 per full run)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Publish and edit chamber-curated experiences via the public planner — no separate admin tool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Inline-editable experience table — anyone who can edit a spreadsheet can maintain 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Tag taxonomy editor — add, rename, delete tags without code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Event-source URL management — add a new source by pasting a URL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Pruning past events on every scrape, plus a manual button between scrapes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RSS feed at /feed.rss — partners republish without integration work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2080" b="1">
                <a:solidFill>
                  <a:srgbClr val="F2A93E"/>
                </a:solidFill>
                <a:latin typeface="Calibri"/>
              </a:rPr>
              <a:t>• </a:t>
            </a:r>
            <a:r>
              <a:rPr sz="1820">
                <a:solidFill>
                  <a:srgbClr val="0F172A"/>
                </a:solidFill>
                <a:latin typeface="Calibri"/>
              </a:rPr>
              <a:t>Public "Suggest a venue or event" form — submissions queue for chamber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F2A93E"/>
                </a:solidFill>
                <a:latin typeface="Calibri"/>
              </a:rPr>
              <a:t>• </a:t>
            </a:r>
            <a:r>
              <a:rPr sz="1300">
                <a:solidFill>
                  <a:srgbClr val="0F172A"/>
                </a:solidFill>
                <a:latin typeface="Calibri"/>
              </a:rPr>
              <a:t>Future source refreshes auto-categorize new events with the same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102444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11 / 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F2A93E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334155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F2A93E"/>
                </a:solidFill>
                <a:latin typeface="Calibri"/>
              </a:rPr>
              <a:t>• </a:t>
            </a:r>
            <a:r>
              <a:rPr sz="1560">
                <a:solidFill>
                  <a:srgbClr val="0F172A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12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F2A93E"/>
                </a:solidFill>
                <a:latin typeface="Calibri"/>
              </a:rPr>
              <a:t>• </a:t>
            </a:r>
            <a:r>
              <a:rPr sz="1170">
                <a:solidFill>
                  <a:srgbClr val="0F172A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F2A93E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F2A93E"/>
                </a:solidFill>
                <a:latin typeface="Calibri"/>
              </a:rPr>
              <a:t>• </a:t>
            </a:r>
            <a:r>
              <a:rPr sz="1105">
                <a:solidFill>
                  <a:srgbClr val="0F172A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F2A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102444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13 /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2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F2A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FFD18C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F2A93E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102444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334155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1" i="0">
                <a:solidFill>
                  <a:srgbClr val="F2A93E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102444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334155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102444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334155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334155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31750"/>
          </a:xfrm>
          <a:prstGeom prst="rect">
            <a:avLst/>
          </a:prstGeom>
          <a:solidFill>
            <a:srgbClr val="10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