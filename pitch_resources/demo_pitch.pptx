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5C3A1F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5C3A1F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2 /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3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609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Vibe-level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517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Pick Foodie → narrow to Restaurants / Wineries / Markets / Bakeries / Food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9260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visitor switches to "Wineries only" without leaving the vibe.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954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2461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5204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4962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Activity tags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8404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Hiking · Biking · Swimming · Fishing · Boating · Running on every relevant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1148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9826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Date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43484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All Future (default) · Today · Weekend · Week — auto-clears summer-only items in winter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091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One-tap "Weekend" — only Sat/Sun events remain across every vibe.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3834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502920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30352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586984"/>
            <a:ext cx="11064240" cy="5943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32704"/>
            <a:ext cx="2971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62356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"More to Explore" panel in the itinerary — geographic + tag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897880"/>
            <a:ext cx="781811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Visitor texts the URL to spouse: "this is what I'm thinking."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4A556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5 /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6 / 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9. Maker Traveler  🎯    —    Travels for the workshop — Curious Forge anchors a destination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5C3A1F"/>
                </a:solidFill>
                <a:latin typeface="Calibri"/>
              </a:rPr>
              <a:t>Recommended marketing focus (over-serve four):  Maker Traveler  ·  Festival Pilgrim  ·  Romantic Weekender  ·  Foodie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800" b="0" i="1">
                <a:solidFill>
                  <a:srgbClr val="5C3A1F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8 /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Annual compliance budget for the platform: $0 — nothing to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0" i="1">
                <a:solidFill>
                  <a:srgbClr val="5C3A1F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Behind the scenes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Chamber-staff operations: live data with minimal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📅 Auto-prune past events; auto-dismiss internal admin meetings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Saturday's farmers market vanishes from the queue Sunday morning.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300" b="1">
                <a:solidFill>
                  <a:srgbClr val="C9A84C"/>
                </a:solidFill>
                <a:latin typeface="Calibri"/>
              </a:rPr>
              <a:t>• </a:t>
            </a:r>
            <a:r>
              <a:rPr sz="11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900" i="1">
                <a:solidFill>
                  <a:srgbClr val="5C3A1F"/>
                </a:solidFill>
                <a:latin typeface="Calibri"/>
              </a:rPr>
              <a:t>       ↳  Local newspaper's "this weekend" widget pulls straight from /feed.rss.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C9A84C"/>
                </a:solidFill>
                <a:latin typeface="Calibri"/>
              </a:rPr>
              <a:t>• </a:t>
            </a:r>
            <a:r>
              <a:rPr sz="10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800" i="1">
                <a:solidFill>
                  <a:srgbClr val="5C3A1F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100" b="0" i="1">
                <a:solidFill>
                  <a:srgbClr val="5C3A1F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11 /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9A84C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1">
                <a:solidFill>
                  <a:srgbClr val="C9A84C"/>
                </a:solidFill>
                <a:latin typeface="Calibri"/>
              </a:rPr>
              <a:t>• </a:t>
            </a:r>
            <a:r>
              <a:rPr sz="120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12 / 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Solicit "missing venue" submissions — a simple web form for member venues to flag events that didn't get auto-discovered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00" b="1">
                <a:solidFill>
                  <a:srgbClr val="C9A84C"/>
                </a:solidFill>
                <a:latin typeface="Calibri"/>
              </a:rPr>
              <a:t>• </a:t>
            </a:r>
            <a:r>
              <a:rPr sz="900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C3A1F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13 / 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200" b="1" i="0">
                <a:solidFill>
                  <a:srgbClr val="5C3A1F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5C3A1F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Cron job: nightly source refresh at 3 AM + AI categorize at 3:30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4A5568"/>
                </a:solidFill>
                <a:latin typeface="Calibri"/>
              </a:rPr>
              <a:t>14 / 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5C3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 i="1">
                <a:solidFill>
                  <a:srgbClr val="5C3A1F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