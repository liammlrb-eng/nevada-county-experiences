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0885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1518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0604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5749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First-time visitor sees the house-shaped Lodging tile, jumps straight to 50+ stays.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1810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6382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15468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40613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Active-vibe visitor taps "🏋️ Day-Pass Gyms" — finds 8 places to keep their routine going.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1246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70332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95477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15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6110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25196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50341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974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480060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05205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December visitor never sees "Summer Concert Series" — it filters itself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12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34924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60069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0702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589788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614933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102444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4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Visitor opens the map: sees the full weekend laid out, decides Day 2 needs a lunch stop near the trail.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Older visitor prints the day-by-day plan, walks Mill Street with paper in hand.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Visitor texts the URL to spouse: "this is what I'm thinking."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No install, no account, no email — works in any browser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Visitor planning during a hotel-search lunch break — no signup wall.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102444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8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102444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KVMR, Eventbrite, NC Chamber, GV Chamber, Go Nevada, The Union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102444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F2A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