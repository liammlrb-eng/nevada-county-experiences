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📅 Auto-prune past events; auto-dismiss internal admin meetings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Saturday's farmers market vanishes from the queue Sunday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Solicit "missing venue" submissions — a simple web form for member venues to flag events that didn't get auto-discovered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Cron job: nightly source refresh at 3 AM + AI categorize at 3:30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