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live-scraped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live-scraped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scraper queue tells the chamber what's hot; visitor identity stays local.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🔄 One-click scraper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Chamber staffer clicks "Run Scrapers" Monday morning; ~50 new events appear.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One click after a scrape; 460 events get area + venue + tags fixed for ~20¢.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🔗 Source URL management — add a new scraper feed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Saturday's farmers market vanishes from the queue Sunday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scrapes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scrape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scrape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scrapers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scraper/config.py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scrape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scraper runs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the chamber needs to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building the scraper layer — items that need a person, not more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scrapers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scrape-able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scraping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Solicit "missing venue" submissions — a simple web form for member venues to flag events that didn't get auto-discovered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scrape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scraper returns 0 events, the source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scrapers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8-minute 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Scraper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