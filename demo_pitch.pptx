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📅 Pruning past events on every scrape + 🧹 manual button between scrapes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Saturday's farmers market vanishes from the queue at the next refresh — public site never showed it after Sunday anyway.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C9A84C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