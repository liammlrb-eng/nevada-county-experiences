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0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F2A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38328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720" b="1" i="0">
                <a:solidFill>
                  <a:srgbClr val="FFD18C"/>
                </a:solidFill>
                <a:latin typeface="Calibri"/>
              </a:rPr>
              <a:t>Western
Nevada
County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60" b="0" i="1">
                <a:solidFill>
                  <a:srgbClr val="FFFFFF"/>
                </a:solidFill>
                <a:latin typeface="Calibri"/>
              </a:rPr>
              <a:t>Trip Planner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743200"/>
            <a:ext cx="71323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102444"/>
                </a:solidFill>
                <a:latin typeface="Calibri"/>
              </a:rPr>
              <a:t>Visitor planning platform — county pitch deck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3291840"/>
            <a:ext cx="685800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52044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0">
                <a:solidFill>
                  <a:srgbClr val="334155"/>
                </a:solidFill>
                <a:latin typeface="Calibri"/>
              </a:rPr>
              <a:t>A purpose-built tourism platform combining 161 curated experiences with 1,200+ live local events. Privacy-first, opt-in, no tracking.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The strategic insight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What sets this apart from a generic tourism 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50" b="0" i="0">
                <a:solidFill>
                  <a:srgbClr val="0F172A"/>
                </a:solidFill>
                <a:latin typeface="Calibri"/>
              </a:rPr>
              <a:t>Most tourism sites optimize for visits to the site. The right metric is lodging bookings driven by the site. Those are different optimization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10642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Day-by-day itinerary view structurally surfaces the "where do I sleep?" question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"Find Lodging" CTA at the top of every itinerary — booking always one click away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Empty lodging slots create a visual gap that drives the booking decision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New items default to the latest day — no day-1 pile-up; trip naturally fills out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Print view goes long-form per day — visitors who print, follow it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Smart suggestions are tag + geography aware — clusters keep visitors close to lodging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90" b="0" i="1">
                <a:solidFill>
                  <a:srgbClr val="102444"/>
                </a:solidFill>
                <a:latin typeface="Calibri"/>
              </a:rPr>
              <a:t>"Convince a visitor to add one more night and you double or triple local revenue."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300" b="0" i="0">
                <a:solidFill>
                  <a:srgbClr val="334155"/>
                </a:solidFill>
                <a:latin typeface="Calibri"/>
              </a:rPr>
              <a:t>2 / 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What this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A tourism platform for Western Nevada County — Gold Country foothills.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90" b="0" i="0">
                <a:solidFill>
                  <a:srgbClr val="0F172A"/>
                </a:solidFill>
                <a:latin typeface="Calibri"/>
              </a:rPr>
              <a:t>A purpose-built tourism platform for Western Nevada County — centered on Nevada City and Grass Valley, with full coverage of Penn Valley, North San Juan, Rough &amp; Ready, Washington, Chicago Park, Smartsville, and adjacent Colfax. The platform combines curated places with live local events, so visitors discover what to do AND when it's actually happening.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161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Curated experiences
across 11 communities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1,200+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Live events from
10+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Themed vibes
for discovery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$5–$20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Typical
monthly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1">
                <a:solidFill>
                  <a:srgbClr val="334155"/>
                </a:solidFill>
                <a:latin typeface="Calibri"/>
              </a:rPr>
              <a:t>Geographic scope: Western Nevada County (Gold Country foothills) + adjacent Colfax.
Truckee and Sierra-side communities are out of scope for this build.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300" b="0" i="0">
                <a:solidFill>
                  <a:srgbClr val="334155"/>
                </a:solidFill>
                <a:latin typeface="Calibri"/>
              </a:rPr>
              <a:t>3 /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How visitors discover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Search, browse, or filter by date — multiple paths to "I found it".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29718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Discovery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40" y="1463040"/>
            <a:ext cx="781811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What it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01368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37944"/>
            <a:ext cx="11064240" cy="47548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83664"/>
            <a:ext cx="2971800" cy="4297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Universal keyword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1883664"/>
            <a:ext cx="7818119" cy="4297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One box searches every venue and event — names, descriptions and tags — with built-in synonyms, so a search for "metalsmith" also finds a studio listed only as "blacksmithing"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59152"/>
            <a:ext cx="2971800" cy="4297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🌿 In Season Now strip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359152"/>
            <a:ext cx="7818119" cy="4297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A scrolling banner under the hero showing what's happening RIGHT NOW — wildflowers peaking, swim season open, festivals starting — with "Peak now / Just started / Ends soon" badges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788920"/>
            <a:ext cx="11064240" cy="47548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834640"/>
            <a:ext cx="2971800" cy="4297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Themed vibes (9 cards)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2834640"/>
            <a:ext cx="7818119" cy="4297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Historic · Arts · Hands-On · Foodie · Active · Relaxed · Wellness · Family · Festivals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310128"/>
            <a:ext cx="2971800" cy="4297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🏠 Lodging tile — direct route to stays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310128"/>
            <a:ext cx="7818119" cy="4297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A 10th tile alongside the vibes; bypasses the vibe-funnel for "where do I sleep" intent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39896"/>
            <a:ext cx="11064240" cy="47548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85616"/>
            <a:ext cx="2971800" cy="4297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Vibe-level pills (12+ across all vibes)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785616"/>
            <a:ext cx="7818119" cy="4297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Foodie → Wineries / Restaurants / Markets · Active → Hiking / Pickleball / Day-Pass Gyms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61104"/>
            <a:ext cx="2971800" cy="4297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Category dropdown + sub-pills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40" y="4261104"/>
            <a:ext cx="7818119" cy="4297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Lodging → Hotels / B&amp;Bs / Glamping / Campgrounds / RV  (and more)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690872"/>
            <a:ext cx="11064240" cy="47548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36592"/>
            <a:ext cx="2971800" cy="4297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Activity tags on every card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4736592"/>
            <a:ext cx="7818119" cy="4297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Hiking · Biking · Swimming · Fishing · Boating · Running visible at a glance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212080"/>
            <a:ext cx="2971800" cy="4297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Date filter + auto-season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40" y="5212080"/>
            <a:ext cx="7818119" cy="4297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All Future · Today · Weekend · This Week — auto-hides summer-only items in winter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641848"/>
            <a:ext cx="11064240" cy="47548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687568"/>
            <a:ext cx="2971800" cy="4297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Area filter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5687568"/>
            <a:ext cx="7818119" cy="4297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County-wide events show for any local area; city events filter normally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163056"/>
            <a:ext cx="2971800" cy="4297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Tag-aware Smart Suggestions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40" y="6163056"/>
            <a:ext cx="7818119" cy="4297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"Near Your Stops" panel in the itinerary — geographic + tag scoring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300" b="0" i="0">
                <a:solidFill>
                  <a:srgbClr val="334155"/>
                </a:solidFill>
                <a:latin typeface="Calibri"/>
              </a:rPr>
              <a:t>4 / 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Who this serves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Nine visitor personas — each searches differently and converts on different content.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1. Romantic Weekender    —    Couples 35-65, Bay Area / Sac, B&amp;Bs + dining + wineries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2. Festival Pilgrim    —    Anchored to a specific event — Cornish Christmas, Wild &amp; Scenic, Bluegrass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3. Trail &amp; Lake Seeker    —    Hiking / biking / swimming / paddling — needs distance &amp; difficulty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4. Multi-Gen Family    —    Parents with kids 5-15 — "will my 8-year-old be bored?"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5. Arts &amp; Heritage Traveler    —    Substance over photos; reads notes; values authenticity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6. Wine Country Foodie    —    Napa-alternative — provenance, chef bios, tasting flights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7. Wellness Refugee    —    Float, massage, yoga, gardens — filtering for what's NOT there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8. Local "What's Up"    —    Residents — pure events feed, "what's on this weekend"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9. Maker Traveler    —    Travels for the workshop — a destination-class workshop venue can anchor a regional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60" b="1" i="0">
                <a:solidFill>
                  <a:srgbClr val="102444"/>
                </a:solidFill>
                <a:latin typeface="Calibri"/>
              </a:rPr>
              <a:t>Recommended marketing focus (over-serve four):  Festival Pilgrim  ·  Romantic Weekender  ·  Foodie  ·  Maker Traveler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300" b="0" i="0">
                <a:solidFill>
                  <a:srgbClr val="334155"/>
                </a:solidFill>
                <a:latin typeface="Calibri"/>
              </a:rPr>
              <a:t>5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✨ Help Me Plan — one-click trip generator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Six quick questions → a complete day-by-day itinerary made from real local venues.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90" b="0" i="0">
                <a:solidFill>
                  <a:srgbClr val="0F172A"/>
                </a:solidFill>
                <a:latin typeface="Calibri"/>
              </a:rPr>
              <a:t>Removes the blank-page problem for first-time visitors. The planner scores every venue in the catalog against the visitor's answers and assembles a real trip — not generic suggestions, not AI hallucination, just rule-based matching against curated local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889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What the visitor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48640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Trip length (1–5 days)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Pace — Relaxed / Balanced / Packed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Who's coming — Family / Couple / Friends / Solo / Multi-gen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Activity level — Easy / Moderate / Adventurous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Indoor vs outdoor lean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Interests (Foodie · Historic · Active · etc.)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Optional: must-haves (live music, hike, wine tasting…)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Optional: trip start date + chosen hotel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78892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What the visitor gets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200400"/>
            <a:ext cx="521208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A complete day-by-day itinerary, ready to edit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Stops biased toward the chosen hotel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Matching events woven into the right day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Group-aware picks (kids, romance, adventure)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Editable: change anything, add anything, remove anything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30" b="0" i="1">
                <a:solidFill>
                  <a:srgbClr val="102444"/>
                </a:solidFill>
                <a:latin typeface="Calibri"/>
              </a:rPr>
              <a:t>Rule-based, not AI-generated — no hallucinated venues, no API costs. The output is always a real plan from real local data.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300" b="0" i="0">
                <a:solidFill>
                  <a:srgbClr val="334155"/>
                </a:solidFill>
                <a:latin typeface="Calibri"/>
              </a:rPr>
              <a:t>6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Day-by-day itinerary builder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Visitors think in nights, not stops — the planner reflects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4008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Each day has its own card with a numbered header and calendar date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Per-day "Tonight's Stay" lodging slot — empty slots prompt for booking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Move stops between days (dropdown) + drag-to-reorder within a day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Add Day → returns visitor to browse mode for the new day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Find Lodging button at top of itinerary jumps directly to lodging filter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Events go INTO the itinerary first; the visitor decides what to commit to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📅 Set trip dates → events auto-weave to the right day + Calendar view available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🗺 Map view — every stop on a Leaflet map; click pins to navigate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🖨 Print itinerary — clean PDF-ready layout for paper handouts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Opt-in save survives tab close + browser restart — no account, no install, no email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Share link via native phone share sheet, email, text, or copy URL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691640"/>
            <a:ext cx="4389120" cy="457200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1">
                <a:solidFill>
                  <a:srgbClr val="334155"/>
                </a:solidFill>
                <a:latin typeface="Calibri"/>
              </a:rPr>
              <a:t>2 stops · 2 days / 1 night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2240280"/>
            <a:ext cx="39319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233172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DAY 1 of 2   Sat, Jun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6974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💤 TONIGHT'S STAY
Holbrooke Hotel · Grass Valley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3832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1.  Empire Mine State Historic Park
2.  Lola Restaurant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4206240"/>
            <a:ext cx="3931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42976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DAY 2 of 2   Sun, Jun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6177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334155"/>
                </a:solidFill>
                <a:latin typeface="Calibri"/>
              </a:rPr>
              <a:t>💤  No lodging picked for tonight  →  [Find Lodging]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50749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F2A93E"/>
                </a:solidFill>
                <a:latin typeface="Calibri"/>
              </a:rPr>
              <a:t>📅  Father's Day Bluegrass — Sat 7:00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300" b="0" i="0">
                <a:solidFill>
                  <a:srgbClr val="334155"/>
                </a:solidFill>
                <a:latin typeface="Calibri"/>
              </a:rPr>
              <a:t>7 / 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Let me show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A live demo: visitor planning a romantic November weekend in Western Nevada County.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96596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554480"/>
            <a:ext cx="882396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92808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9384"/>
            <a:ext cx="11064240" cy="685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75104"/>
            <a:ext cx="1965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Act 0 (optional) · 60 sec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975104"/>
            <a:ext cx="8823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✨ Help Me Plan opener — answer six questions, full draft itinerary appears. Use for blank-page audiences; skip for power-users who want to see manual planning.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60904"/>
            <a:ext cx="1965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Act 1 · 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660904"/>
            <a:ext cx="8823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Set the scene — couple from Sacramento, click "This Weekend" + Festivals vibe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300984"/>
            <a:ext cx="11064240" cy="685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46704"/>
            <a:ext cx="1965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Act 2 · 90 sec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346704"/>
            <a:ext cx="8823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Layer in Relaxed vibe + Lodging category + B&amp;B sub-pill — real Victorian B&amp;Bs surface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032504"/>
            <a:ext cx="1965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Act 3 · 2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032504"/>
            <a:ext cx="8823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Build the weekend — Cornish Christmas + Holbrooke Hotel + Empire Mine + Lola Restaurant. Open My Itinerary — Smart Suggestions appear with "0.4 mi away" labels. Map view + Print + Share link.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672584"/>
            <a:ext cx="11064240" cy="685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718304"/>
            <a:ext cx="1965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Act 4 · 90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718304"/>
            <a:ext cx="8823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Behind the scenes — admin Events Queue, Approve All, AI Categorize button, Event Sources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04104"/>
            <a:ext cx="1965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Act 5 · 60 sec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5404104"/>
            <a:ext cx="8823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Close the value props — time saved, local visibility, privacy, no vendor lock-in, AI integration, low maintenance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300" b="0" i="0">
                <a:solidFill>
                  <a:srgbClr val="334155"/>
                </a:solidFill>
                <a:latin typeface="Calibri"/>
              </a:rPr>
              <a:t>8 / 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Why it's easy to 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Friction points where most tourism sites lose visitors — and what we did instead.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5204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554480"/>
            <a:ext cx="726947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Why it matters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92808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9384"/>
            <a:ext cx="11064240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75104"/>
            <a:ext cx="3520440" cy="52120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Day-by-day with lodging anchor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975104"/>
            <a:ext cx="7269479" cy="52120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A flat list of stops hides the night question; structured days surface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42032"/>
            <a:ext cx="3520440" cy="52120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"Find Lodging" CTA + auto-clear vibes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542032"/>
            <a:ext cx="7269479" cy="52120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One-click jump to lodging that doesn't fight against active vibes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63240"/>
            <a:ext cx="11064240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108960"/>
            <a:ext cx="3520440" cy="52120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Add Day returns to browse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108960"/>
            <a:ext cx="7269479" cy="52120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No leaving visitor staring at empty days; flow continues naturally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75888"/>
            <a:ext cx="3520440" cy="52120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Events → itinerary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675888"/>
            <a:ext cx="7269479" cy="52120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No hijack to KVMR — visitor compares before clicking through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197096"/>
            <a:ext cx="11064240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242816"/>
            <a:ext cx="3520440" cy="52120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Vibe sub-pills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242816"/>
            <a:ext cx="7269479" cy="52120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Foodie → Restaurants/Markets/Wineries — granular without leaving the 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809744"/>
            <a:ext cx="3520440" cy="52120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Calendar dates on day headers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4809744"/>
            <a:ext cx="7269479" cy="52120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"DAY 1 · Sat, May 17" instead of abstract numbers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330952"/>
            <a:ext cx="11064240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376672"/>
            <a:ext cx="3520440" cy="52120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Opt-in itinerary save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5376672"/>
            <a:ext cx="7269479" cy="52120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Survives tab close + restart — no account, no email, explicit consent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943600"/>
            <a:ext cx="3520440" cy="52120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Auto-season filtering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5943600"/>
            <a:ext cx="7269479" cy="52120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November visit hides summer-only experiences automatically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300" b="0" i="0">
                <a:solidFill>
                  <a:srgbClr val="334155"/>
                </a:solidFill>
                <a:latin typeface="Calibri"/>
              </a:rPr>
              <a:t>9 / 15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Privacy posture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No tracking. No cookies. Visitors stay anonymous; the chamber gets credit for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analytics, no cookies, no third-party trackers by default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Itinerary save is opt-in only — explicit consent banner on first add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"Forget on this device" link revokes consent and wipes saved data anytime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Share-link URL works without any consent — purely a URL fragment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account / sign-up / email required to plan a full trip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Chamber sees zero personal information about visitors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GDPR / CCPA banners required (because nothing is collected)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privacy review, no consent-platform fees, no compliance overhead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Opt-in measurement available if needed (Plausible — no cookies, no PII)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820" b="0" i="1">
                <a:solidFill>
                  <a:srgbClr val="102444"/>
                </a:solidFill>
                <a:latin typeface="Calibri"/>
              </a:rPr>
              <a:t>"Visitors stay anonymous; the chamber gets credit for respecting them."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300" b="0" i="0">
                <a:solidFill>
                  <a:srgbClr val="334155"/>
                </a:solidFill>
                <a:latin typeface="Calibri"/>
              </a:rPr>
              <a:t>10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Behind the scenes — low-admin operations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~30 minutes per week of chamber-staff time keeps the site live and current.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One-click event-source updates from 11+ sources (full inventory in appendix)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Approve / dismiss events in a queue; bulk-approve is one click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AI Categorize button (Claude Haiku) — refines area, venue, tags, quality (~$0.20 per full run)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Publish and edit chamber-curated experiences via the public planner — no separate admin tool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Inline-editable experience table — anyone who can edit a spreadsheet can maintain it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Tag taxonomy editor — add, rename, delete tags without code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Event-source URL management — add a new source by pasting a URL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Pruning past events on every scrape, plus a manual button between scrapes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Public RSS feed at /feed.rss — partners republish without integration work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Public "Suggest a venue or event" form — submissions queue for chamber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300" b="0" i="0">
                <a:solidFill>
                  <a:srgbClr val="334155"/>
                </a:solidFill>
                <a:latin typeface="Calibri"/>
              </a:rPr>
              <a:t>11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AI-powered tag refinement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Claude Haiku adds intelligence where keyword rules stop short — at trivial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What it fixes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4864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Nearly every KVMR event tagged generic "Nevada County" → AI infers actual community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Empty location field on most KVMR events → AI extracts venue name from description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"Center for the Arts" → Grass Valley; "Miners Foundry" → Nevada City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Cluttered descriptions → clean one-line summaries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Truckee / Sierra-side events flagged "low quality" → auto-hidden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Future source refreshes auto-categorize new events with the same logic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2103120"/>
            <a:ext cx="502920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148840"/>
            <a:ext cx="27889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Run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2148840"/>
            <a:ext cx="196596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Monthly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2487168"/>
            <a:ext cx="502920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0" y="2523744"/>
            <a:ext cx="502920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2569464"/>
            <a:ext cx="2788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First-time bulk (full catalog)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569464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~$1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072384"/>
            <a:ext cx="2788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Daily refresh + categorize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3072384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$0.50 – $1.50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3529584"/>
            <a:ext cx="502920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3575304"/>
            <a:ext cx="2788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Weekly refresh + categorize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3575304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$0.20 – $0.60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078224"/>
            <a:ext cx="2788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Realistic chamber operation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4078224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~$0.50 – $1.50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30" b="0" i="1">
                <a:solidFill>
                  <a:srgbClr val="102444"/>
                </a:solidFill>
                <a:latin typeface="Calibri"/>
              </a:rPr>
              <a:t>Hard $5/month spending cap settable in Anthropic console — cannot be exceeded.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300" b="0" i="0">
                <a:solidFill>
                  <a:srgbClr val="334155"/>
                </a:solidFill>
                <a:latin typeface="Calibri"/>
              </a:rPr>
              <a:t>12 / 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What it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Three operating scenarios for the first year of operation.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3900" b="1" i="0">
                <a:solidFill>
                  <a:srgbClr val="F2A93E"/>
                </a:solidFill>
                <a:latin typeface="Calibri"/>
              </a:rPr>
              <a:t>$0–$50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LEAN
Free hosting + AI off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3900" b="1" i="0">
                <a:solidFill>
                  <a:srgbClr val="F2A93E"/>
                </a:solidFill>
                <a:latin typeface="Calibri"/>
              </a:rPr>
              <a:t>$80–$150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TYPICAL
$5/mo VPS + weekly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3900" b="1" i="0">
                <a:solidFill>
                  <a:srgbClr val="F2A93E"/>
                </a:solidFill>
                <a:latin typeface="Calibri"/>
              </a:rPr>
              <a:t>$300–$500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PREMIUM
Managed + daily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3900" b="1" i="0">
                <a:solidFill>
                  <a:srgbClr val="F2A93E"/>
                </a:solidFill>
                <a:latin typeface="Calibri"/>
              </a:rPr>
              <a:t>$5K–$30K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COMMERCIAL ALT.
CrowdRiff / Simpleview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204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What's NOT a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06424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Per-listing fees — every chamber member free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Per-event fees — event sources cost zero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Per-visitor fees — traffic 10× has no impact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Vendor termination fees — owned outright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Privacy compliance overhead — nothing collected to comply about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License fees — fully open-source 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300" b="0" i="0">
                <a:solidFill>
                  <a:srgbClr val="334155"/>
                </a:solidFill>
                <a:latin typeface="Calibri"/>
              </a:rPr>
              <a:t>13 /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Where the group can take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Findings from the build — collaborative work that would unlock the next version.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F2A93E"/>
                </a:solidFill>
                <a:latin typeface="Calibri"/>
              </a:rPr>
              <a:t>DATA PARTNERSHIPS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Ask NCAC for read access to their Trumba master — its 540-event, 16-month window is the most comprehensive feed in the county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Reach out to GoNevadaCounty (gonevadacounty.com) for a public events feed — Cloudflare blocks automated access and we lose the 13 anchor festivals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Coordinate with The Union for a public events feed — articles are paywalled and the RSS often returns nothing usable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Confirm whether the County itself runs a Trumba master calendar — if so, federate from it instead of NCAC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F2A93E"/>
                </a:solidFill>
                <a:latin typeface="Calibri"/>
              </a:rPr>
              <a:t>MEMBER OUTREACH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Encourage venues to publish events on a platform with a public feed — Trumba, Tribe Events (WordPress), Eventbrite — not just static HTML pages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Push schema.org/Event JSON-LD adoption — one snippet on each event page makes auto-importing reliable without custom code per site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Promote the public "Suggest a venue or event" form to members — already wired (footer + admin queue); the lift is socialization, not engineering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Identify the 5-10 venues responsible for the bulk of visitor traffic and prioritize their data reliability over long-tail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F2A93E"/>
                </a:solidFill>
                <a:latin typeface="Calibri"/>
              </a:rPr>
              <a:t>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Schedule the scraper to run nightly via Windows Task Scheduler / cron / systemd — auto-prune of past events is built in but only fires when the scraper runs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Designate a queue curator — someone clears the pending-events queue 1-2x per week (Approve / Dismiss takes ~5 minutes per session)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Click 🧹 Prune Past between scrapes for ad-hoc cleanup — same logic as the auto-prune, useful when events get added or dismissed off-cycle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Run AI Categorize after each refresh — fixes venue, area, tags on long-tail events ($0.50/mo)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Validate "no event" alerts — when a source returns 0 events, it has either gone down or restructured (NCAC was a false negative for months before we caught it)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Quarterly review of disabled sources — vendors change platforms (e.g. NCAC moved to Trumba) and previously-blocked sources become reachable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102444"/>
                </a:solidFill>
                <a:latin typeface="Calibri"/>
              </a:rPr>
              <a:t>Concrete win from this work:  NCAC's calendar went from "0 events" (blocked by an iframe) to 540 events — by hitting Trumba's JSON feed directly.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300" b="0" i="0">
                <a:solidFill>
                  <a:srgbClr val="334155"/>
                </a:solidFill>
                <a:latin typeface="Calibri"/>
              </a:rPr>
              <a:t>14 / 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0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F2A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33832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720" b="1" i="0">
                <a:solidFill>
                  <a:srgbClr val="FFD18C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60" b="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194560"/>
            <a:ext cx="7132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The leave-behind one-liner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2606040"/>
            <a:ext cx="685800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78892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102444"/>
                </a:solidFill>
                <a:latin typeface="Calibri"/>
              </a:rPr>
              <a:t>"This isn't a website — it's a planning workspace for visitors and a living directory for the chamber, with AI-assisted curation built in. Privacy-respecting by default, owned by the county outright, maintained in minutes per week."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5120640"/>
            <a:ext cx="7132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334155"/>
                </a:solidFill>
                <a:latin typeface="Consolas"/>
              </a:rPr>
              <a:t>Live demo:  liammlrb-eng.github.io/nevada-county-experiences
Repo:       github.com/liammlrb-eng/nevada-county-experiences
Pitch deck: demo_pitch.pdf  ·  Operator guide: operator_guide.pdf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0" y="4114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300" b="1" i="0">
                <a:solidFill>
                  <a:srgbClr val="F2A93E"/>
                </a:solidFill>
                <a:latin typeface="Calibri"/>
              </a:rPr>
              <a:t>APPENDIX  ·  PULL UP IF ASKED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Event sources — full inventory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11 sources feeding the events queue today. New ones plug in by pasting a URL — no code required for sources on common platforms.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29718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40" y="1737360"/>
            <a:ext cx="781811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What it provides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75688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12264"/>
            <a:ext cx="11064240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57984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KVMR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157984"/>
            <a:ext cx="78181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Local public radio — community events feed (Trumba calendar)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69464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Eventbrite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569464"/>
            <a:ext cx="78181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Public ticketed events tagged Nevada County / Grass Valley / Nevada City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935224"/>
            <a:ext cx="11064240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80944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Nevada City Chamber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2980944"/>
            <a:ext cx="78181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Member venues + chamber-curated events from nevadacitychamber.com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392424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Grass Valley Chamber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3392424"/>
            <a:ext cx="78181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Member venues + downtown events from downtowngrassvalley.com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758184"/>
            <a:ext cx="11064240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803904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Go Nevada County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3803904"/>
            <a:ext cx="78181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County tourism site — anchor festivals + visitor events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15384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The Union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40" y="4215384"/>
            <a:ext cx="78181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Local newspaper — community calendar feed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581144"/>
            <a:ext cx="11064240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626864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Nevada Theatre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40" y="4626864"/>
            <a:ext cx="78181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WP Modern Events Calendar (MEC) plugin via WP REST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38344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Curious Forge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40" y="5038344"/>
            <a:ext cx="78181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WooCommerce Store API — workshop classes &amp; maker sessions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404104"/>
            <a:ext cx="11064240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449824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Crazy Horse Saloon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40" y="5449824"/>
            <a:ext cx="78181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Tribe Events (WordPress) — live music nights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861304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Golden Era Lounge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40" y="5861304"/>
            <a:ext cx="78181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Squarespace Events — live music nights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6227064"/>
            <a:ext cx="11064240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272784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Wolf Craft Collective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49040" y="6272784"/>
            <a:ext cx="781811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Shopify — craft workshops and pop-ups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102444"/>
                </a:solidFill>
                <a:latin typeface="Calibri"/>
              </a:rPr>
              <a:t>New sources added by pasting a URL into the admin "Event Sources" tab. The 5 newest in this list (Nevada Theatre through Wolf Craft) all use generic scraper templates that work on any site running the same platform.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300" b="0" i="0">
                <a:solidFill>
                  <a:srgbClr val="334155"/>
                </a:solidFill>
                <a:latin typeface="Calibri"/>
              </a:rPr>
              <a:t>A1 / A2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0" y="4114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300" b="1" i="0">
                <a:solidFill>
                  <a:srgbClr val="F2A93E"/>
                </a:solidFill>
                <a:latin typeface="Calibri"/>
              </a:rPr>
              <a:t>APPENDIX  ·  PULL UP IF ASKED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Migration to a county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One focused half-day for someone comfortable with Linux; two days for a learner.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3258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737360"/>
            <a:ext cx="9464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What happens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75688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1226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579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1579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Decisions: hosting (DigitalOcean $6/mo recommended), domain, OS, server account ownership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237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5237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Pre-flight: domain registered, DNS access, SSH keys ready, Anthropic API key generated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84378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8895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8895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Provision: $6/mo Ubuntu droplet, lockdown SSH, install Python + nginx + chromium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552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32552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Deploy: git clone, Python venv, install deps, drop API keys in the config file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57530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6210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6210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systemd service for auto-restart on crash, auto-start on reboot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867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9867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nginx reverse proxy + Let's Encrypt HTTPS (auto-renew via certbot)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30682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3525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43525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Schedule nightly: source refresh at 3 AM + AI categorize at 3:30 AM (refresh triggers auto-prune; skip this step and expired events pile up in the queue)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7183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47183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Backups: provider snapshots ($1/mo) + daily JSON tar to off-site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03834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0840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50840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Test checklist: site loads, vibes work, events populate, AI button works, source updates run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498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20" y="54498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Hand-off to chamber: admin URL, billing alerts, cheat sheet, emergency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300" b="0" i="0">
                <a:solidFill>
                  <a:srgbClr val="334155"/>
                </a:solidFill>
                <a:latin typeface="Calibri"/>
              </a:rPr>
              <a:t>A2 / A2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